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slideLayouts/slideLayout3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4" r:id="rId2"/>
    <p:sldMasterId id="2147483688" r:id="rId3"/>
  </p:sldMasterIdLst>
  <p:notesMasterIdLst>
    <p:notesMasterId r:id="rId21"/>
  </p:notesMasterIdLst>
  <p:sldIdLst>
    <p:sldId id="256" r:id="rId4"/>
    <p:sldId id="275" r:id="rId5"/>
    <p:sldId id="257" r:id="rId6"/>
    <p:sldId id="258" r:id="rId7"/>
    <p:sldId id="261" r:id="rId8"/>
    <p:sldId id="277" r:id="rId9"/>
    <p:sldId id="263" r:id="rId10"/>
    <p:sldId id="264" r:id="rId11"/>
    <p:sldId id="265" r:id="rId12"/>
    <p:sldId id="266" r:id="rId13"/>
    <p:sldId id="271" r:id="rId14"/>
    <p:sldId id="270" r:id="rId15"/>
    <p:sldId id="267" r:id="rId16"/>
    <p:sldId id="269" r:id="rId17"/>
    <p:sldId id="272" r:id="rId18"/>
    <p:sldId id="276" r:id="rId19"/>
    <p:sldId id="274" r:id="rId20"/>
  </p:sldIdLst>
  <p:sldSz cx="9144000" cy="5143500" type="screen16x9"/>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a:tcStyle>
        <a:tcBdr/>
        <a:fill>
          <a:solidFill>
            <a:srgbClr val="E8ECF4"/>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4" d="100"/>
          <a:sy n="124" d="100"/>
        </p:scale>
        <p:origin x="51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3" Type="http://schemas.openxmlformats.org/officeDocument/2006/relationships/slideMaster" Target="slideMasters/slideMaster3.xml"/><Relationship Id="rId21" Type="http://schemas.openxmlformats.org/officeDocument/2006/relationships/notesMaster" Target="notesMasters/notesMaster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hape 297"/>
          <p:cNvSpPr>
            <a:spLocks noGrp="1" noRot="1" noChangeAspect="1"/>
          </p:cNvSpPr>
          <p:nvPr>
            <p:ph type="sldImg"/>
          </p:nvPr>
        </p:nvSpPr>
        <p:spPr>
          <a:xfrm>
            <a:off x="1143000" y="685800"/>
            <a:ext cx="4572000" cy="3429000"/>
          </a:xfrm>
          <a:prstGeom prst="rect">
            <a:avLst/>
          </a:prstGeom>
        </p:spPr>
        <p:txBody>
          <a:bodyPr/>
          <a:lstStyle/>
          <a:p>
            <a:endParaRPr/>
          </a:p>
        </p:txBody>
      </p:sp>
      <p:sp>
        <p:nvSpPr>
          <p:cNvPr id="3" name="Shape 29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spcBef>
        <a:spcPts val="400"/>
      </a:spcBef>
      <a:defRPr sz="1200">
        <a:latin typeface="+mn-lt"/>
        <a:ea typeface="+mn-ea"/>
        <a:cs typeface="+mn-cs"/>
        <a:sym typeface="Calibri"/>
      </a:defRPr>
    </a:lvl1pPr>
    <a:lvl2pPr indent="228600" latinLnBrk="0">
      <a:spcBef>
        <a:spcPts val="400"/>
      </a:spcBef>
      <a:defRPr sz="1200">
        <a:latin typeface="+mn-lt"/>
        <a:ea typeface="+mn-ea"/>
        <a:cs typeface="+mn-cs"/>
        <a:sym typeface="Calibri"/>
      </a:defRPr>
    </a:lvl2pPr>
    <a:lvl3pPr indent="457200" latinLnBrk="0">
      <a:spcBef>
        <a:spcPts val="400"/>
      </a:spcBef>
      <a:defRPr sz="1200">
        <a:latin typeface="+mn-lt"/>
        <a:ea typeface="+mn-ea"/>
        <a:cs typeface="+mn-cs"/>
        <a:sym typeface="Calibri"/>
      </a:defRPr>
    </a:lvl3pPr>
    <a:lvl4pPr indent="685800" latinLnBrk="0">
      <a:spcBef>
        <a:spcPts val="400"/>
      </a:spcBef>
      <a:defRPr sz="1200">
        <a:latin typeface="+mn-lt"/>
        <a:ea typeface="+mn-ea"/>
        <a:cs typeface="+mn-cs"/>
        <a:sym typeface="Calibri"/>
      </a:defRPr>
    </a:lvl4pPr>
    <a:lvl5pPr indent="914400" latinLnBrk="0">
      <a:spcBef>
        <a:spcPts val="400"/>
      </a:spcBef>
      <a:defRPr sz="1200">
        <a:latin typeface="+mn-lt"/>
        <a:ea typeface="+mn-ea"/>
        <a:cs typeface="+mn-cs"/>
        <a:sym typeface="Calibri"/>
      </a:defRPr>
    </a:lvl5pPr>
    <a:lvl6pPr indent="1143000" latinLnBrk="0">
      <a:spcBef>
        <a:spcPts val="400"/>
      </a:spcBef>
      <a:defRPr sz="1200">
        <a:latin typeface="+mn-lt"/>
        <a:ea typeface="+mn-ea"/>
        <a:cs typeface="+mn-cs"/>
        <a:sym typeface="Calibri"/>
      </a:defRPr>
    </a:lvl6pPr>
    <a:lvl7pPr indent="1371600" latinLnBrk="0">
      <a:spcBef>
        <a:spcPts val="400"/>
      </a:spcBef>
      <a:defRPr sz="1200">
        <a:latin typeface="+mn-lt"/>
        <a:ea typeface="+mn-ea"/>
        <a:cs typeface="+mn-cs"/>
        <a:sym typeface="Calibri"/>
      </a:defRPr>
    </a:lvl7pPr>
    <a:lvl8pPr indent="1600200" latinLnBrk="0">
      <a:spcBef>
        <a:spcPts val="400"/>
      </a:spcBef>
      <a:defRPr sz="1200">
        <a:latin typeface="+mn-lt"/>
        <a:ea typeface="+mn-ea"/>
        <a:cs typeface="+mn-cs"/>
        <a:sym typeface="Calibri"/>
      </a:defRPr>
    </a:lvl8pPr>
    <a:lvl9pPr indent="1828800" latinLnBrk="0">
      <a:spcBef>
        <a:spcPts val="400"/>
      </a:spcBef>
      <a:defRPr sz="1200">
        <a:latin typeface="+mn-lt"/>
        <a:ea typeface="+mn-ea"/>
        <a:cs typeface="+mn-cs"/>
        <a:sym typeface="Calibri"/>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3554954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文本"/>
          <p:cNvSpPr txBox="1">
            <a:spLocks noGrp="1"/>
          </p:cNvSpPr>
          <p:nvPr>
            <p:ph type="title"/>
          </p:nvPr>
        </p:nvSpPr>
        <p:spPr>
          <a:xfrm>
            <a:off x="685800" y="1597819"/>
            <a:ext cx="7772400" cy="1102520"/>
          </a:xfrm>
          <a:prstGeom prst="rect">
            <a:avLst/>
          </a:prstGeom>
        </p:spPr>
        <p:txBody>
          <a:bodyPr/>
          <a:lstStyle/>
          <a:p>
            <a:r>
              <a:t>标题文本</a:t>
            </a:r>
          </a:p>
        </p:txBody>
      </p:sp>
      <p:sp>
        <p:nvSpPr>
          <p:cNvPr id="3" name="正文级别 1…"/>
          <p:cNvSpPr txBox="1">
            <a:spLocks noGrp="1"/>
          </p:cNvSpPr>
          <p:nvPr>
            <p:ph type="body" sz="quarter" idx="1"/>
          </p:nvPr>
        </p:nvSpPr>
        <p:spPr>
          <a:xfrm>
            <a:off x="1371600" y="2914650"/>
            <a:ext cx="6400800" cy="1314450"/>
          </a:xfrm>
          <a:prstGeom prst="rect">
            <a:avLst/>
          </a:prstGeom>
        </p:spPr>
        <p:txBody>
          <a:bodyPr/>
          <a:lstStyle>
            <a:lvl1pPr marL="0" indent="0" algn="ctr">
              <a:buSzTx/>
              <a:buFontTx/>
              <a:buNone/>
              <a:defRPr>
                <a:solidFill>
                  <a:srgbClr val="888888"/>
                </a:solidFill>
              </a:defRPr>
            </a:lvl1pPr>
            <a:lvl2pPr marL="0" indent="457200" algn="ctr">
              <a:buSzTx/>
              <a:buFontTx/>
              <a:buNone/>
              <a:defRPr>
                <a:solidFill>
                  <a:srgbClr val="888888"/>
                </a:solidFill>
              </a:defRPr>
            </a:lvl2pPr>
            <a:lvl3pPr marL="0" indent="914400" algn="ctr">
              <a:buSzTx/>
              <a:buFontTx/>
              <a:buNone/>
              <a:defRPr>
                <a:solidFill>
                  <a:srgbClr val="888888"/>
                </a:solidFill>
              </a:defRPr>
            </a:lvl3pPr>
            <a:lvl4pPr marL="0" indent="1371600" algn="ctr">
              <a:buSzTx/>
              <a:buFontTx/>
              <a:buNone/>
              <a:defRPr>
                <a:solidFill>
                  <a:srgbClr val="888888"/>
                </a:solidFill>
              </a:defRPr>
            </a:lvl4pPr>
            <a:lvl5pPr marL="0" indent="1828800" algn="ctr">
              <a:buSzTx/>
              <a:buFontTx/>
              <a:buNone/>
              <a:defRPr>
                <a:solidFill>
                  <a:srgbClr val="888888"/>
                </a:solidFill>
              </a:defRPr>
            </a:lvl5pPr>
          </a:lstStyle>
          <a:p>
            <a:r>
              <a:t>正文级别 1</a:t>
            </a:r>
          </a:p>
          <a:p>
            <a:pPr lvl="1"/>
            <a:r>
              <a:t>正文级别 2</a:t>
            </a:r>
          </a:p>
          <a:p>
            <a:pPr lvl="2"/>
            <a:r>
              <a:t>正文级别 3</a:t>
            </a:r>
          </a:p>
          <a:p>
            <a:pPr lvl="3"/>
            <a:r>
              <a:t>正文级别 4</a:t>
            </a:r>
          </a:p>
          <a:p>
            <a:pPr lvl="4"/>
            <a:r>
              <a:t>正文级别 5</a:t>
            </a:r>
          </a:p>
        </p:txBody>
      </p:sp>
      <p:sp>
        <p:nvSpPr>
          <p:cNvPr id="4"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标题和内容">
    <p:spTree>
      <p:nvGrpSpPr>
        <p:cNvPr id="1" name=""/>
        <p:cNvGrpSpPr/>
        <p:nvPr/>
      </p:nvGrpSpPr>
      <p:grpSpPr>
        <a:xfrm>
          <a:off x="0" y="0"/>
          <a:ext cx="0" cy="0"/>
          <a:chOff x="0" y="0"/>
          <a:chExt cx="0" cy="0"/>
        </a:xfrm>
      </p:grpSpPr>
      <p:sp>
        <p:nvSpPr>
          <p:cNvPr id="6" name="标题文本"/>
          <p:cNvSpPr txBox="1">
            <a:spLocks noGrp="1"/>
          </p:cNvSpPr>
          <p:nvPr>
            <p:ph type="title"/>
          </p:nvPr>
        </p:nvSpPr>
        <p:spPr>
          <a:prstGeom prst="rect">
            <a:avLst/>
          </a:prstGeom>
        </p:spPr>
        <p:txBody>
          <a:bodyPr/>
          <a:lstStyle/>
          <a:p>
            <a:r>
              <a:t>标题文本</a:t>
            </a:r>
          </a:p>
        </p:txBody>
      </p:sp>
      <p:sp>
        <p:nvSpPr>
          <p:cNvPr id="7" name="正文级别 1…"/>
          <p:cNvSpPr txBox="1">
            <a:spLocks noGrp="1"/>
          </p:cNvSpPr>
          <p:nvPr>
            <p:ph type="body" idx="1"/>
          </p:nvPr>
        </p:nvSpPr>
        <p:spPr>
          <a:prstGeom prst="rect">
            <a:avLst/>
          </a:prstGeom>
        </p:spPr>
        <p:txBody>
          <a:bodyPr/>
          <a:lstStyle/>
          <a:p>
            <a:r>
              <a:t>正文级别 1</a:t>
            </a:r>
          </a:p>
          <a:p>
            <a:pPr lvl="1"/>
            <a:r>
              <a:t>正文级别 2</a:t>
            </a:r>
          </a:p>
          <a:p>
            <a:pPr lvl="2"/>
            <a:r>
              <a:t>正文级别 3</a:t>
            </a:r>
          </a:p>
          <a:p>
            <a:pPr lvl="3"/>
            <a:r>
              <a:t>正文级别 4</a:t>
            </a:r>
          </a:p>
          <a:p>
            <a:pPr lvl="4"/>
            <a:r>
              <a:t>正文级别 5</a:t>
            </a:r>
          </a:p>
        </p:txBody>
      </p:sp>
      <p:sp>
        <p:nvSpPr>
          <p:cNvPr id="8"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节标题">
    <p:spTree>
      <p:nvGrpSpPr>
        <p:cNvPr id="1" name=""/>
        <p:cNvGrpSpPr/>
        <p:nvPr/>
      </p:nvGrpSpPr>
      <p:grpSpPr>
        <a:xfrm>
          <a:off x="0" y="0"/>
          <a:ext cx="0" cy="0"/>
          <a:chOff x="0" y="0"/>
          <a:chExt cx="0" cy="0"/>
        </a:xfrm>
      </p:grpSpPr>
      <p:sp>
        <p:nvSpPr>
          <p:cNvPr id="96" name="标题文本"/>
          <p:cNvSpPr txBox="1">
            <a:spLocks noGrp="1"/>
          </p:cNvSpPr>
          <p:nvPr>
            <p:ph type="title"/>
          </p:nvPr>
        </p:nvSpPr>
        <p:spPr>
          <a:xfrm>
            <a:off x="722312" y="3305176"/>
            <a:ext cx="7772401" cy="1021557"/>
          </a:xfrm>
          <a:prstGeom prst="rect">
            <a:avLst/>
          </a:prstGeom>
        </p:spPr>
        <p:txBody>
          <a:bodyPr/>
          <a:lstStyle>
            <a:lvl1pPr algn="l">
              <a:defRPr sz="4000" b="1" cap="all"/>
            </a:lvl1pPr>
          </a:lstStyle>
          <a:p>
            <a:r>
              <a:t>标题文本</a:t>
            </a:r>
          </a:p>
        </p:txBody>
      </p:sp>
      <p:sp>
        <p:nvSpPr>
          <p:cNvPr id="97" name="正文级别 1…"/>
          <p:cNvSpPr txBox="1">
            <a:spLocks noGrp="1"/>
          </p:cNvSpPr>
          <p:nvPr>
            <p:ph type="body" sz="quarter" idx="1"/>
          </p:nvPr>
        </p:nvSpPr>
        <p:spPr>
          <a:xfrm>
            <a:off x="722312" y="2180034"/>
            <a:ext cx="7772401" cy="1125141"/>
          </a:xfrm>
          <a:prstGeom prst="rect">
            <a:avLst/>
          </a:prstGeom>
        </p:spPr>
        <p:txBody>
          <a:bodyPr anchor="b"/>
          <a:lstStyle>
            <a:lvl1pPr marL="0" indent="0">
              <a:spcBef>
                <a:spcPts val="400"/>
              </a:spcBef>
              <a:buSzTx/>
              <a:buFontTx/>
              <a:buNone/>
              <a:defRPr sz="2000">
                <a:solidFill>
                  <a:srgbClr val="888888"/>
                </a:solidFill>
              </a:defRPr>
            </a:lvl1pPr>
            <a:lvl2pPr marL="0" indent="457200">
              <a:spcBef>
                <a:spcPts val="400"/>
              </a:spcBef>
              <a:buSzTx/>
              <a:buFontTx/>
              <a:buNone/>
              <a:defRPr sz="2000">
                <a:solidFill>
                  <a:srgbClr val="888888"/>
                </a:solidFill>
              </a:defRPr>
            </a:lvl2pPr>
            <a:lvl3pPr marL="0" indent="914400">
              <a:spcBef>
                <a:spcPts val="400"/>
              </a:spcBef>
              <a:buSzTx/>
              <a:buFontTx/>
              <a:buNone/>
              <a:defRPr sz="2000">
                <a:solidFill>
                  <a:srgbClr val="888888"/>
                </a:solidFill>
              </a:defRPr>
            </a:lvl3pPr>
            <a:lvl4pPr marL="0" indent="1371600">
              <a:spcBef>
                <a:spcPts val="400"/>
              </a:spcBef>
              <a:buSzTx/>
              <a:buFontTx/>
              <a:buNone/>
              <a:defRPr sz="2000">
                <a:solidFill>
                  <a:srgbClr val="888888"/>
                </a:solidFill>
              </a:defRPr>
            </a:lvl4pPr>
            <a:lvl5pPr marL="0" indent="1828800">
              <a:spcBef>
                <a:spcPts val="400"/>
              </a:spcBef>
              <a:buSzTx/>
              <a:buFontTx/>
              <a:buNone/>
              <a:defRPr sz="2000">
                <a:solidFill>
                  <a:srgbClr val="888888"/>
                </a:solidFill>
              </a:defRPr>
            </a:lvl5pPr>
          </a:lstStyle>
          <a:p>
            <a:r>
              <a:t>正文级别 1</a:t>
            </a:r>
          </a:p>
          <a:p>
            <a:pPr lvl="1"/>
            <a:r>
              <a:t>正文级别 2</a:t>
            </a:r>
          </a:p>
          <a:p>
            <a:pPr lvl="2"/>
            <a:r>
              <a:t>正文级别 3</a:t>
            </a:r>
          </a:p>
          <a:p>
            <a:pPr lvl="3"/>
            <a:r>
              <a:t>正文级别 4</a:t>
            </a:r>
          </a:p>
          <a:p>
            <a:pPr lvl="4"/>
            <a:r>
              <a:t>正文级别 5</a:t>
            </a:r>
          </a:p>
        </p:txBody>
      </p:sp>
      <p:sp>
        <p:nvSpPr>
          <p:cNvPr id="98"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两栏内容">
    <p:spTree>
      <p:nvGrpSpPr>
        <p:cNvPr id="1" name=""/>
        <p:cNvGrpSpPr/>
        <p:nvPr/>
      </p:nvGrpSpPr>
      <p:grpSpPr>
        <a:xfrm>
          <a:off x="0" y="0"/>
          <a:ext cx="0" cy="0"/>
          <a:chOff x="0" y="0"/>
          <a:chExt cx="0" cy="0"/>
        </a:xfrm>
      </p:grpSpPr>
      <p:sp>
        <p:nvSpPr>
          <p:cNvPr id="134" name="标题文本"/>
          <p:cNvSpPr txBox="1">
            <a:spLocks noGrp="1"/>
          </p:cNvSpPr>
          <p:nvPr>
            <p:ph type="title"/>
          </p:nvPr>
        </p:nvSpPr>
        <p:spPr>
          <a:prstGeom prst="rect">
            <a:avLst/>
          </a:prstGeom>
        </p:spPr>
        <p:txBody>
          <a:bodyPr/>
          <a:lstStyle/>
          <a:p>
            <a:r>
              <a:t>标题文本</a:t>
            </a:r>
          </a:p>
        </p:txBody>
      </p:sp>
      <p:sp>
        <p:nvSpPr>
          <p:cNvPr id="135" name="正文级别 1…"/>
          <p:cNvSpPr txBox="1">
            <a:spLocks noGrp="1"/>
          </p:cNvSpPr>
          <p:nvPr>
            <p:ph type="body" sz="half" idx="1"/>
          </p:nvPr>
        </p:nvSpPr>
        <p:spPr>
          <a:xfrm>
            <a:off x="457200" y="900112"/>
            <a:ext cx="4038600" cy="2545558"/>
          </a:xfrm>
          <a:prstGeom prst="rect">
            <a:avLst/>
          </a:prstGeom>
        </p:spPr>
        <p:txBody>
          <a:bodyPr/>
          <a:lstStyle>
            <a:lvl1pPr>
              <a:spcBef>
                <a:spcPts val="600"/>
              </a:spcBef>
              <a:defRPr sz="2800"/>
            </a:lvl1pPr>
            <a:lvl2pPr marL="790575" indent="-333375">
              <a:spcBef>
                <a:spcPts val="600"/>
              </a:spcBef>
              <a:defRPr sz="2800"/>
            </a:lvl2pPr>
            <a:lvl3pPr marL="1234439" indent="-320039">
              <a:spcBef>
                <a:spcPts val="600"/>
              </a:spcBef>
              <a:defRPr sz="2800"/>
            </a:lvl3pPr>
            <a:lvl4pPr marL="1727200" indent="-355600">
              <a:spcBef>
                <a:spcPts val="600"/>
              </a:spcBef>
              <a:defRPr sz="2800"/>
            </a:lvl4pPr>
            <a:lvl5pPr marL="2184400" indent="-355600">
              <a:spcBef>
                <a:spcPts val="600"/>
              </a:spcBef>
              <a:defRPr sz="2800"/>
            </a:lvl5pPr>
          </a:lstStyle>
          <a:p>
            <a:r>
              <a:t>正文级别 1</a:t>
            </a:r>
          </a:p>
          <a:p>
            <a:pPr lvl="1"/>
            <a:r>
              <a:t>正文级别 2</a:t>
            </a:r>
          </a:p>
          <a:p>
            <a:pPr lvl="2"/>
            <a:r>
              <a:t>正文级别 3</a:t>
            </a:r>
          </a:p>
          <a:p>
            <a:pPr lvl="3"/>
            <a:r>
              <a:t>正文级别 4</a:t>
            </a:r>
          </a:p>
          <a:p>
            <a:pPr lvl="4"/>
            <a:r>
              <a:t>正文级别 5</a:t>
            </a:r>
          </a:p>
        </p:txBody>
      </p:sp>
      <p:sp>
        <p:nvSpPr>
          <p:cNvPr id="136"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比较">
    <p:spTree>
      <p:nvGrpSpPr>
        <p:cNvPr id="1" name=""/>
        <p:cNvGrpSpPr/>
        <p:nvPr/>
      </p:nvGrpSpPr>
      <p:grpSpPr>
        <a:xfrm>
          <a:off x="0" y="0"/>
          <a:ext cx="0" cy="0"/>
          <a:chOff x="0" y="0"/>
          <a:chExt cx="0" cy="0"/>
        </a:xfrm>
      </p:grpSpPr>
      <p:sp>
        <p:nvSpPr>
          <p:cNvPr id="138" name="标题文本"/>
          <p:cNvSpPr txBox="1">
            <a:spLocks noGrp="1"/>
          </p:cNvSpPr>
          <p:nvPr>
            <p:ph type="title"/>
          </p:nvPr>
        </p:nvSpPr>
        <p:spPr>
          <a:prstGeom prst="rect">
            <a:avLst/>
          </a:prstGeom>
        </p:spPr>
        <p:txBody>
          <a:bodyPr/>
          <a:lstStyle/>
          <a:p>
            <a:r>
              <a:t>标题文本</a:t>
            </a:r>
          </a:p>
        </p:txBody>
      </p:sp>
      <p:sp>
        <p:nvSpPr>
          <p:cNvPr id="139" name="正文级别 1…"/>
          <p:cNvSpPr txBox="1">
            <a:spLocks noGrp="1"/>
          </p:cNvSpPr>
          <p:nvPr>
            <p:ph type="body" sz="quarter" idx="1"/>
          </p:nvPr>
        </p:nvSpPr>
        <p:spPr>
          <a:xfrm>
            <a:off x="457200" y="1151334"/>
            <a:ext cx="4040188" cy="479823"/>
          </a:xfrm>
          <a:prstGeom prst="rect">
            <a:avLst/>
          </a:prstGeom>
        </p:spPr>
        <p:txBody>
          <a:bodyPr anchor="b"/>
          <a:lstStyle>
            <a:lvl1pPr marL="0" indent="0">
              <a:spcBef>
                <a:spcPts val="500"/>
              </a:spcBef>
              <a:buSzTx/>
              <a:buFontTx/>
              <a:buNone/>
              <a:defRPr sz="2400" b="1"/>
            </a:lvl1pPr>
            <a:lvl2pPr marL="0" indent="457200">
              <a:spcBef>
                <a:spcPts val="500"/>
              </a:spcBef>
              <a:buSzTx/>
              <a:buFontTx/>
              <a:buNone/>
              <a:defRPr sz="2400" b="1"/>
            </a:lvl2pPr>
            <a:lvl3pPr marL="0" indent="914400">
              <a:spcBef>
                <a:spcPts val="500"/>
              </a:spcBef>
              <a:buSzTx/>
              <a:buFontTx/>
              <a:buNone/>
              <a:defRPr sz="2400" b="1"/>
            </a:lvl3pPr>
            <a:lvl4pPr marL="0" indent="1371600">
              <a:spcBef>
                <a:spcPts val="500"/>
              </a:spcBef>
              <a:buSzTx/>
              <a:buFontTx/>
              <a:buNone/>
              <a:defRPr sz="2400" b="1"/>
            </a:lvl4pPr>
            <a:lvl5pPr marL="0" indent="1828800">
              <a:spcBef>
                <a:spcPts val="500"/>
              </a:spcBef>
              <a:buSzTx/>
              <a:buFontTx/>
              <a:buNone/>
              <a:defRPr sz="2400" b="1"/>
            </a:lvl5pPr>
          </a:lstStyle>
          <a:p>
            <a:r>
              <a:t>正文级别 1</a:t>
            </a:r>
          </a:p>
          <a:p>
            <a:pPr lvl="1"/>
            <a:r>
              <a:t>正文级别 2</a:t>
            </a:r>
          </a:p>
          <a:p>
            <a:pPr lvl="2"/>
            <a:r>
              <a:t>正文级别 3</a:t>
            </a:r>
          </a:p>
          <a:p>
            <a:pPr lvl="3"/>
            <a:r>
              <a:t>正文级别 4</a:t>
            </a:r>
          </a:p>
          <a:p>
            <a:pPr lvl="4"/>
            <a:r>
              <a:t>正文级别 5</a:t>
            </a:r>
          </a:p>
        </p:txBody>
      </p:sp>
      <p:sp>
        <p:nvSpPr>
          <p:cNvPr id="140" name="文本占位符 4"/>
          <p:cNvSpPr>
            <a:spLocks noGrp="1"/>
          </p:cNvSpPr>
          <p:nvPr>
            <p:ph type="body" sz="quarter" idx="13"/>
          </p:nvPr>
        </p:nvSpPr>
        <p:spPr>
          <a:xfrm>
            <a:off x="4645026" y="1151334"/>
            <a:ext cx="4041776" cy="479823"/>
          </a:xfrm>
          <a:prstGeom prst="rect">
            <a:avLst/>
          </a:prstGeom>
        </p:spPr>
        <p:txBody>
          <a:bodyPr anchor="b"/>
          <a:lstStyle/>
          <a:p>
            <a:pPr marL="0" indent="0">
              <a:spcBef>
                <a:spcPts val="500"/>
              </a:spcBef>
              <a:buSzTx/>
              <a:buFontTx/>
              <a:buNone/>
              <a:defRPr sz="2400" b="1"/>
            </a:pPr>
            <a:endParaRPr/>
          </a:p>
        </p:txBody>
      </p:sp>
      <p:sp>
        <p:nvSpPr>
          <p:cNvPr id="141"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仅标题">
    <p:spTree>
      <p:nvGrpSpPr>
        <p:cNvPr id="1" name=""/>
        <p:cNvGrpSpPr/>
        <p:nvPr/>
      </p:nvGrpSpPr>
      <p:grpSpPr>
        <a:xfrm>
          <a:off x="0" y="0"/>
          <a:ext cx="0" cy="0"/>
          <a:chOff x="0" y="0"/>
          <a:chExt cx="0" cy="0"/>
        </a:xfrm>
      </p:grpSpPr>
      <p:sp>
        <p:nvSpPr>
          <p:cNvPr id="143" name="标题文本"/>
          <p:cNvSpPr txBox="1">
            <a:spLocks noGrp="1"/>
          </p:cNvSpPr>
          <p:nvPr>
            <p:ph type="title"/>
          </p:nvPr>
        </p:nvSpPr>
        <p:spPr>
          <a:prstGeom prst="rect">
            <a:avLst/>
          </a:prstGeom>
        </p:spPr>
        <p:txBody>
          <a:bodyPr/>
          <a:lstStyle/>
          <a:p>
            <a:r>
              <a:t>标题文本</a:t>
            </a:r>
          </a:p>
        </p:txBody>
      </p:sp>
      <p:sp>
        <p:nvSpPr>
          <p:cNvPr id="144"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内容与标题">
    <p:spTree>
      <p:nvGrpSpPr>
        <p:cNvPr id="1" name=""/>
        <p:cNvGrpSpPr/>
        <p:nvPr/>
      </p:nvGrpSpPr>
      <p:grpSpPr>
        <a:xfrm>
          <a:off x="0" y="0"/>
          <a:ext cx="0" cy="0"/>
          <a:chOff x="0" y="0"/>
          <a:chExt cx="0" cy="0"/>
        </a:xfrm>
      </p:grpSpPr>
      <p:sp>
        <p:nvSpPr>
          <p:cNvPr id="148" name="标题文本"/>
          <p:cNvSpPr txBox="1">
            <a:spLocks noGrp="1"/>
          </p:cNvSpPr>
          <p:nvPr>
            <p:ph type="title"/>
          </p:nvPr>
        </p:nvSpPr>
        <p:spPr>
          <a:xfrm>
            <a:off x="457201" y="204786"/>
            <a:ext cx="3008314" cy="871539"/>
          </a:xfrm>
          <a:prstGeom prst="rect">
            <a:avLst/>
          </a:prstGeom>
        </p:spPr>
        <p:txBody>
          <a:bodyPr anchor="b"/>
          <a:lstStyle>
            <a:lvl1pPr algn="l">
              <a:defRPr sz="2000" b="1"/>
            </a:lvl1pPr>
          </a:lstStyle>
          <a:p>
            <a:r>
              <a:t>标题文本</a:t>
            </a:r>
          </a:p>
        </p:txBody>
      </p:sp>
      <p:sp>
        <p:nvSpPr>
          <p:cNvPr id="149" name="正文级别 1…"/>
          <p:cNvSpPr txBox="1">
            <a:spLocks noGrp="1"/>
          </p:cNvSpPr>
          <p:nvPr>
            <p:ph type="body" idx="1"/>
          </p:nvPr>
        </p:nvSpPr>
        <p:spPr>
          <a:xfrm>
            <a:off x="3575050" y="204788"/>
            <a:ext cx="5111750" cy="4389836"/>
          </a:xfrm>
          <a:prstGeom prst="rect">
            <a:avLst/>
          </a:prstGeom>
        </p:spPr>
        <p:txBody>
          <a:bodyPr/>
          <a:lstStyle/>
          <a:p>
            <a:r>
              <a:t>正文级别 1</a:t>
            </a:r>
          </a:p>
          <a:p>
            <a:pPr lvl="1"/>
            <a:r>
              <a:t>正文级别 2</a:t>
            </a:r>
          </a:p>
          <a:p>
            <a:pPr lvl="2"/>
            <a:r>
              <a:t>正文级别 3</a:t>
            </a:r>
          </a:p>
          <a:p>
            <a:pPr lvl="3"/>
            <a:r>
              <a:t>正文级别 4</a:t>
            </a:r>
          </a:p>
          <a:p>
            <a:pPr lvl="4"/>
            <a:r>
              <a:t>正文级别 5</a:t>
            </a:r>
          </a:p>
        </p:txBody>
      </p:sp>
      <p:sp>
        <p:nvSpPr>
          <p:cNvPr id="150" name="文本占位符 3"/>
          <p:cNvSpPr>
            <a:spLocks noGrp="1"/>
          </p:cNvSpPr>
          <p:nvPr>
            <p:ph type="body" sz="half" idx="13"/>
          </p:nvPr>
        </p:nvSpPr>
        <p:spPr>
          <a:xfrm>
            <a:off x="457200" y="1076326"/>
            <a:ext cx="3008315" cy="3518297"/>
          </a:xfrm>
          <a:prstGeom prst="rect">
            <a:avLst/>
          </a:prstGeom>
        </p:spPr>
        <p:txBody>
          <a:bodyPr/>
          <a:lstStyle/>
          <a:p>
            <a:pPr marL="0" indent="0">
              <a:spcBef>
                <a:spcPts val="300"/>
              </a:spcBef>
              <a:buSzTx/>
              <a:buFontTx/>
              <a:buNone/>
              <a:defRPr sz="1400"/>
            </a:pPr>
            <a:endParaRPr/>
          </a:p>
        </p:txBody>
      </p:sp>
      <p:sp>
        <p:nvSpPr>
          <p:cNvPr id="151"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图片与标题">
    <p:spTree>
      <p:nvGrpSpPr>
        <p:cNvPr id="1" name=""/>
        <p:cNvGrpSpPr/>
        <p:nvPr/>
      </p:nvGrpSpPr>
      <p:grpSpPr>
        <a:xfrm>
          <a:off x="0" y="0"/>
          <a:ext cx="0" cy="0"/>
          <a:chOff x="0" y="0"/>
          <a:chExt cx="0" cy="0"/>
        </a:xfrm>
      </p:grpSpPr>
      <p:sp>
        <p:nvSpPr>
          <p:cNvPr id="153" name="标题文本"/>
          <p:cNvSpPr txBox="1">
            <a:spLocks noGrp="1"/>
          </p:cNvSpPr>
          <p:nvPr>
            <p:ph type="title"/>
          </p:nvPr>
        </p:nvSpPr>
        <p:spPr>
          <a:xfrm>
            <a:off x="1792288" y="3600450"/>
            <a:ext cx="5486401" cy="425054"/>
          </a:xfrm>
          <a:prstGeom prst="rect">
            <a:avLst/>
          </a:prstGeom>
        </p:spPr>
        <p:txBody>
          <a:bodyPr anchor="b"/>
          <a:lstStyle>
            <a:lvl1pPr algn="l">
              <a:defRPr sz="2000" b="1"/>
            </a:lvl1pPr>
          </a:lstStyle>
          <a:p>
            <a:r>
              <a:t>标题文本</a:t>
            </a:r>
          </a:p>
        </p:txBody>
      </p:sp>
      <p:sp>
        <p:nvSpPr>
          <p:cNvPr id="154" name="图片占位符 2"/>
          <p:cNvSpPr>
            <a:spLocks noGrp="1"/>
          </p:cNvSpPr>
          <p:nvPr>
            <p:ph type="pic" sz="half" idx="13"/>
          </p:nvPr>
        </p:nvSpPr>
        <p:spPr>
          <a:xfrm>
            <a:off x="1792288" y="459581"/>
            <a:ext cx="5486401" cy="3086101"/>
          </a:xfrm>
          <a:prstGeom prst="rect">
            <a:avLst/>
          </a:prstGeom>
        </p:spPr>
        <p:txBody>
          <a:bodyPr lIns="91439" rIns="91439">
            <a:noAutofit/>
          </a:bodyPr>
          <a:lstStyle/>
          <a:p>
            <a:endParaRPr/>
          </a:p>
        </p:txBody>
      </p:sp>
      <p:sp>
        <p:nvSpPr>
          <p:cNvPr id="155" name="正文级别 1…"/>
          <p:cNvSpPr txBox="1">
            <a:spLocks noGrp="1"/>
          </p:cNvSpPr>
          <p:nvPr>
            <p:ph type="body" sz="quarter" idx="1"/>
          </p:nvPr>
        </p:nvSpPr>
        <p:spPr>
          <a:xfrm>
            <a:off x="1792288" y="4025503"/>
            <a:ext cx="5486401" cy="603648"/>
          </a:xfrm>
          <a:prstGeom prst="rect">
            <a:avLst/>
          </a:prstGeom>
        </p:spPr>
        <p:txBody>
          <a:bodyPr/>
          <a:lstStyle>
            <a:lvl1pPr marL="0" indent="0">
              <a:spcBef>
                <a:spcPts val="300"/>
              </a:spcBef>
              <a:buSzTx/>
              <a:buFontTx/>
              <a:buNone/>
              <a:defRPr sz="1400"/>
            </a:lvl1pPr>
            <a:lvl2pPr marL="0" indent="457200">
              <a:spcBef>
                <a:spcPts val="300"/>
              </a:spcBef>
              <a:buSzTx/>
              <a:buFontTx/>
              <a:buNone/>
              <a:defRPr sz="1400"/>
            </a:lvl2pPr>
            <a:lvl3pPr marL="0" indent="914400">
              <a:spcBef>
                <a:spcPts val="300"/>
              </a:spcBef>
              <a:buSzTx/>
              <a:buFontTx/>
              <a:buNone/>
              <a:defRPr sz="1400"/>
            </a:lvl3pPr>
            <a:lvl4pPr marL="0" indent="1371600">
              <a:spcBef>
                <a:spcPts val="300"/>
              </a:spcBef>
              <a:buSzTx/>
              <a:buFontTx/>
              <a:buNone/>
              <a:defRPr sz="1400"/>
            </a:lvl4pPr>
            <a:lvl5pPr marL="0" indent="1828800">
              <a:spcBef>
                <a:spcPts val="300"/>
              </a:spcBef>
              <a:buSzTx/>
              <a:buFontTx/>
              <a:buNone/>
              <a:defRPr sz="1400"/>
            </a:lvl5pPr>
          </a:lstStyle>
          <a:p>
            <a:r>
              <a:t>正文级别 1</a:t>
            </a:r>
          </a:p>
          <a:p>
            <a:pPr lvl="1"/>
            <a:r>
              <a:t>正文级别 2</a:t>
            </a:r>
          </a:p>
          <a:p>
            <a:pPr lvl="2"/>
            <a:r>
              <a:t>正文级别 3</a:t>
            </a:r>
          </a:p>
          <a:p>
            <a:pPr lvl="3"/>
            <a:r>
              <a:t>正文级别 4</a:t>
            </a:r>
          </a:p>
          <a:p>
            <a:pPr lvl="4"/>
            <a:r>
              <a:t>正文级别 5</a:t>
            </a:r>
          </a:p>
        </p:txBody>
      </p:sp>
      <p:sp>
        <p:nvSpPr>
          <p:cNvPr id="156"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1_标题幻灯片">
    <p:spTree>
      <p:nvGrpSpPr>
        <p:cNvPr id="1" name=""/>
        <p:cNvGrpSpPr/>
        <p:nvPr/>
      </p:nvGrpSpPr>
      <p:grpSpPr>
        <a:xfrm>
          <a:off x="0" y="0"/>
          <a:ext cx="0" cy="0"/>
          <a:chOff x="0" y="0"/>
          <a:chExt cx="0" cy="0"/>
        </a:xfrm>
      </p:grpSpPr>
      <p:sp>
        <p:nvSpPr>
          <p:cNvPr id="158" name="矩形 1"/>
          <p:cNvSpPr/>
          <p:nvPr/>
        </p:nvSpPr>
        <p:spPr>
          <a:xfrm>
            <a:off x="0" y="-1"/>
            <a:ext cx="9144000" cy="700090"/>
          </a:xfrm>
          <a:prstGeom prst="rect">
            <a:avLst/>
          </a:prstGeom>
          <a:solidFill>
            <a:srgbClr val="414455"/>
          </a:solidFill>
          <a:ln w="12700">
            <a:miter lim="400000"/>
          </a:ln>
        </p:spPr>
        <p:txBody>
          <a:bodyPr lIns="45719" rIns="45719" anchor="ctr"/>
          <a:lstStyle/>
          <a:p>
            <a:pPr algn="ctr">
              <a:defRPr>
                <a:solidFill>
                  <a:srgbClr val="FFFFFF"/>
                </a:solidFill>
              </a:defRPr>
            </a:pPr>
            <a:endParaRPr/>
          </a:p>
        </p:txBody>
      </p:sp>
      <p:pic>
        <p:nvPicPr>
          <p:cNvPr id="159" name="图片 2" descr="图片 2"/>
          <p:cNvPicPr>
            <a:picLocks noChangeAspect="1"/>
          </p:cNvPicPr>
          <p:nvPr/>
        </p:nvPicPr>
        <p:blipFill>
          <a:blip r:embed="rId2"/>
          <a:stretch>
            <a:fillRect/>
          </a:stretch>
        </p:blipFill>
        <p:spPr>
          <a:xfrm>
            <a:off x="179387" y="-20638"/>
            <a:ext cx="1704976" cy="720727"/>
          </a:xfrm>
          <a:prstGeom prst="rect">
            <a:avLst/>
          </a:prstGeom>
          <a:ln w="12700">
            <a:miter lim="400000"/>
          </a:ln>
        </p:spPr>
      </p:pic>
      <p:sp>
        <p:nvSpPr>
          <p:cNvPr id="160" name="矩形 1"/>
          <p:cNvSpPr/>
          <p:nvPr/>
        </p:nvSpPr>
        <p:spPr>
          <a:xfrm>
            <a:off x="0" y="-1"/>
            <a:ext cx="9144000" cy="700090"/>
          </a:xfrm>
          <a:prstGeom prst="rect">
            <a:avLst/>
          </a:prstGeom>
          <a:solidFill>
            <a:srgbClr val="414455"/>
          </a:solidFill>
          <a:ln w="12700">
            <a:miter lim="400000"/>
          </a:ln>
        </p:spPr>
        <p:txBody>
          <a:bodyPr lIns="45719" rIns="45719" anchor="ctr"/>
          <a:lstStyle/>
          <a:p>
            <a:pPr algn="ctr">
              <a:defRPr>
                <a:solidFill>
                  <a:srgbClr val="FFFFFF"/>
                </a:solidFill>
              </a:defRPr>
            </a:pPr>
            <a:endParaRPr/>
          </a:p>
        </p:txBody>
      </p:sp>
      <p:pic>
        <p:nvPicPr>
          <p:cNvPr id="161" name="同济大学.png" descr="同济大学.png"/>
          <p:cNvPicPr>
            <a:picLocks noChangeAspect="1"/>
          </p:cNvPicPr>
          <p:nvPr/>
        </p:nvPicPr>
        <p:blipFill>
          <a:blip r:embed="rId3"/>
          <a:stretch>
            <a:fillRect/>
          </a:stretch>
        </p:blipFill>
        <p:spPr>
          <a:xfrm>
            <a:off x="-138764" y="-578822"/>
            <a:ext cx="2840784" cy="1857732"/>
          </a:xfrm>
          <a:prstGeom prst="rect">
            <a:avLst/>
          </a:prstGeom>
          <a:ln w="12700">
            <a:miter lim="400000"/>
          </a:ln>
        </p:spPr>
      </p:pic>
      <p:sp>
        <p:nvSpPr>
          <p:cNvPr id="162" name="幻灯片编号"/>
          <p:cNvSpPr txBox="1">
            <a:spLocks noGrp="1"/>
          </p:cNvSpPr>
          <p:nvPr>
            <p:ph type="sldNum" sz="quarter" idx="2"/>
          </p:nvPr>
        </p:nvSpPr>
        <p:spPr>
          <a:xfrm>
            <a:off x="4419600" y="4627562"/>
            <a:ext cx="2133600" cy="279401"/>
          </a:xfrm>
          <a:prstGeom prst="rect">
            <a:avLst/>
          </a:prstGeom>
        </p:spPr>
        <p:txBody>
          <a:bodyPr anchor="ctr"/>
          <a:lstStyle>
            <a:lvl1pPr algn="r">
              <a:defRPr sz="1200"/>
            </a:lvl1pPr>
          </a:lstStyle>
          <a:p>
            <a:fld id="{86CB4B4D-7CA3-9044-876B-883B54F8677D}" type="slidenum">
              <a:r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1_标题和内容">
    <p:spTree>
      <p:nvGrpSpPr>
        <p:cNvPr id="1" name=""/>
        <p:cNvGrpSpPr/>
        <p:nvPr/>
      </p:nvGrpSpPr>
      <p:grpSpPr>
        <a:xfrm>
          <a:off x="0" y="0"/>
          <a:ext cx="0" cy="0"/>
          <a:chOff x="0" y="0"/>
          <a:chExt cx="0" cy="0"/>
        </a:xfrm>
      </p:grpSpPr>
      <p:sp>
        <p:nvSpPr>
          <p:cNvPr id="10" name="幻灯片编号"/>
          <p:cNvSpPr txBox="1">
            <a:spLocks noGrp="1"/>
          </p:cNvSpPr>
          <p:nvPr>
            <p:ph type="sldNum" sz="quarter" idx="2"/>
          </p:nvPr>
        </p:nvSpPr>
        <p:spPr>
          <a:xfrm>
            <a:off x="4419600" y="4627562"/>
            <a:ext cx="2133600" cy="279401"/>
          </a:xfrm>
          <a:prstGeom prst="rect">
            <a:avLst/>
          </a:prstGeom>
        </p:spPr>
        <p:txBody>
          <a:bodyPr anchor="ctr"/>
          <a:lstStyle>
            <a:lvl1pPr algn="r">
              <a:defRPr sz="1200"/>
            </a:lvl1pPr>
          </a:lstStyle>
          <a:p>
            <a:fld id="{86CB4B4D-7CA3-9044-876B-883B54F8677D}" type="slidenum">
              <a:r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9_标题幻灯片">
    <p:spTree>
      <p:nvGrpSpPr>
        <p:cNvPr id="1" name=""/>
        <p:cNvGrpSpPr/>
        <p:nvPr/>
      </p:nvGrpSpPr>
      <p:grpSpPr>
        <a:xfrm>
          <a:off x="0" y="0"/>
          <a:ext cx="0" cy="0"/>
          <a:chOff x="0" y="0"/>
          <a:chExt cx="0" cy="0"/>
        </a:xfrm>
      </p:grpSpPr>
      <p:sp>
        <p:nvSpPr>
          <p:cNvPr id="12" name="矩形 1"/>
          <p:cNvSpPr/>
          <p:nvPr/>
        </p:nvSpPr>
        <p:spPr>
          <a:xfrm>
            <a:off x="0" y="-1"/>
            <a:ext cx="9144000" cy="700090"/>
          </a:xfrm>
          <a:prstGeom prst="rect">
            <a:avLst/>
          </a:prstGeom>
          <a:solidFill>
            <a:srgbClr val="414455"/>
          </a:solidFill>
          <a:ln w="12700">
            <a:miter lim="400000"/>
          </a:ln>
        </p:spPr>
        <p:txBody>
          <a:bodyPr lIns="45719" rIns="45719" anchor="ctr"/>
          <a:lstStyle/>
          <a:p>
            <a:pPr algn="ctr">
              <a:defRPr>
                <a:solidFill>
                  <a:srgbClr val="FFFFFF"/>
                </a:solidFill>
              </a:defRPr>
            </a:pPr>
            <a:endParaRPr/>
          </a:p>
        </p:txBody>
      </p:sp>
      <p:pic>
        <p:nvPicPr>
          <p:cNvPr id="13" name="图片 2" descr="图片 2"/>
          <p:cNvPicPr>
            <a:picLocks noChangeAspect="1"/>
          </p:cNvPicPr>
          <p:nvPr/>
        </p:nvPicPr>
        <p:blipFill>
          <a:blip r:embed="rId2"/>
          <a:stretch>
            <a:fillRect/>
          </a:stretch>
        </p:blipFill>
        <p:spPr>
          <a:xfrm>
            <a:off x="179387" y="-20638"/>
            <a:ext cx="1704976" cy="720727"/>
          </a:xfrm>
          <a:prstGeom prst="rect">
            <a:avLst/>
          </a:prstGeom>
          <a:ln w="12700">
            <a:miter lim="400000"/>
          </a:ln>
        </p:spPr>
      </p:pic>
      <p:sp>
        <p:nvSpPr>
          <p:cNvPr id="14" name="矩形 3"/>
          <p:cNvSpPr txBox="1"/>
          <p:nvPr/>
        </p:nvSpPr>
        <p:spPr>
          <a:xfrm>
            <a:off x="6477000" y="176212"/>
            <a:ext cx="815341" cy="345441"/>
          </a:xfrm>
          <a:prstGeom prst="rect">
            <a:avLst/>
          </a:prstGeom>
          <a:ln w="12700">
            <a:miter lim="400000"/>
          </a:ln>
          <a:extLst>
            <a:ext uri="{C572A759-6A51-4108-AA02-DFA0A04FC94B}"/>
          </a:extLst>
        </p:spPr>
        <p:txBody>
          <a:bodyPr wrap="none" lIns="45719" rIns="45719">
            <a:spAutoFit/>
          </a:bodyPr>
          <a:lstStyle>
            <a:lvl1pPr>
              <a:defRPr sz="1400">
                <a:solidFill>
                  <a:srgbClr val="FFFFFF"/>
                </a:solidFill>
                <a:latin typeface="微软雅黑"/>
                <a:ea typeface="微软雅黑"/>
                <a:cs typeface="微软雅黑"/>
                <a:sym typeface="微软雅黑"/>
              </a:defRPr>
            </a:lvl1pPr>
          </a:lstStyle>
          <a:p>
            <a:r>
              <a:t>课题综述</a:t>
            </a:r>
          </a:p>
        </p:txBody>
      </p:sp>
      <p:sp>
        <p:nvSpPr>
          <p:cNvPr id="15" name="矩形 4"/>
          <p:cNvSpPr/>
          <p:nvPr/>
        </p:nvSpPr>
        <p:spPr>
          <a:xfrm>
            <a:off x="8564563" y="258763"/>
            <a:ext cx="184151" cy="138113"/>
          </a:xfrm>
          <a:prstGeom prst="rect">
            <a:avLst/>
          </a:prstGeom>
          <a:solidFill>
            <a:srgbClr val="FFFFFF">
              <a:alpha val="80000"/>
            </a:srgbClr>
          </a:solidFill>
          <a:ln w="12700">
            <a:miter lim="400000"/>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16" name="矩形 5"/>
          <p:cNvSpPr/>
          <p:nvPr/>
        </p:nvSpPr>
        <p:spPr>
          <a:xfrm>
            <a:off x="8329613" y="258763"/>
            <a:ext cx="182563" cy="138113"/>
          </a:xfrm>
          <a:prstGeom prst="rect">
            <a:avLst/>
          </a:prstGeom>
          <a:solidFill>
            <a:srgbClr val="FFFFFF">
              <a:alpha val="80000"/>
            </a:srgbClr>
          </a:solidFill>
          <a:ln w="12700">
            <a:miter lim="400000"/>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17" name="矩形 6"/>
          <p:cNvSpPr/>
          <p:nvPr/>
        </p:nvSpPr>
        <p:spPr>
          <a:xfrm>
            <a:off x="8097838" y="258763"/>
            <a:ext cx="184151" cy="138113"/>
          </a:xfrm>
          <a:prstGeom prst="rect">
            <a:avLst/>
          </a:prstGeom>
          <a:solidFill>
            <a:srgbClr val="FFFFFF">
              <a:alpha val="80000"/>
            </a:srgbClr>
          </a:solidFill>
          <a:ln w="12700">
            <a:miter lim="400000"/>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18" name="矩形 7"/>
          <p:cNvSpPr/>
          <p:nvPr/>
        </p:nvSpPr>
        <p:spPr>
          <a:xfrm>
            <a:off x="7861300" y="258763"/>
            <a:ext cx="184150" cy="138113"/>
          </a:xfrm>
          <a:prstGeom prst="rect">
            <a:avLst/>
          </a:prstGeom>
          <a:solidFill>
            <a:srgbClr val="FFFFFF">
              <a:alpha val="80000"/>
            </a:srgbClr>
          </a:solidFill>
          <a:ln w="12700">
            <a:miter lim="400000"/>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19" name="矩形 8"/>
          <p:cNvSpPr/>
          <p:nvPr/>
        </p:nvSpPr>
        <p:spPr>
          <a:xfrm>
            <a:off x="7626350" y="258763"/>
            <a:ext cx="184150" cy="138113"/>
          </a:xfrm>
          <a:prstGeom prst="rect">
            <a:avLst/>
          </a:prstGeom>
          <a:solidFill>
            <a:srgbClr val="FFFFFF">
              <a:alpha val="80000"/>
            </a:srgbClr>
          </a:solidFill>
          <a:ln w="12700">
            <a:miter lim="400000"/>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20" name="矩形 9"/>
          <p:cNvSpPr/>
          <p:nvPr/>
        </p:nvSpPr>
        <p:spPr>
          <a:xfrm>
            <a:off x="7383463" y="258763"/>
            <a:ext cx="184151" cy="138113"/>
          </a:xfrm>
          <a:prstGeom prst="rect">
            <a:avLst/>
          </a:prstGeom>
          <a:ln w="6350">
            <a:solidFill>
              <a:srgbClr val="FFFFFF"/>
            </a:solidFill>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21" name="矩形 1"/>
          <p:cNvSpPr/>
          <p:nvPr/>
        </p:nvSpPr>
        <p:spPr>
          <a:xfrm>
            <a:off x="0" y="-1"/>
            <a:ext cx="9144000" cy="700090"/>
          </a:xfrm>
          <a:prstGeom prst="rect">
            <a:avLst/>
          </a:prstGeom>
          <a:solidFill>
            <a:srgbClr val="414455"/>
          </a:solidFill>
          <a:ln w="12700">
            <a:miter lim="400000"/>
          </a:ln>
        </p:spPr>
        <p:txBody>
          <a:bodyPr lIns="45719" rIns="45719" anchor="ctr"/>
          <a:lstStyle/>
          <a:p>
            <a:pPr algn="ctr">
              <a:defRPr>
                <a:solidFill>
                  <a:srgbClr val="FFFFFF"/>
                </a:solidFill>
              </a:defRPr>
            </a:pPr>
            <a:endParaRPr/>
          </a:p>
        </p:txBody>
      </p:sp>
      <p:pic>
        <p:nvPicPr>
          <p:cNvPr id="22" name="同济大学.png" descr="同济大学.png"/>
          <p:cNvPicPr>
            <a:picLocks noChangeAspect="1"/>
          </p:cNvPicPr>
          <p:nvPr/>
        </p:nvPicPr>
        <p:blipFill>
          <a:blip r:embed="rId3"/>
          <a:stretch>
            <a:fillRect/>
          </a:stretch>
        </p:blipFill>
        <p:spPr>
          <a:xfrm>
            <a:off x="-138764" y="-578822"/>
            <a:ext cx="2840784" cy="1857732"/>
          </a:xfrm>
          <a:prstGeom prst="rect">
            <a:avLst/>
          </a:prstGeom>
          <a:ln w="12700">
            <a:miter lim="400000"/>
          </a:ln>
        </p:spPr>
      </p:pic>
      <p:sp>
        <p:nvSpPr>
          <p:cNvPr id="23" name="幻灯片编号"/>
          <p:cNvSpPr txBox="1">
            <a:spLocks noGrp="1"/>
          </p:cNvSpPr>
          <p:nvPr>
            <p:ph type="sldNum" sz="quarter" idx="2"/>
          </p:nvPr>
        </p:nvSpPr>
        <p:spPr>
          <a:xfrm>
            <a:off x="4419600" y="4627562"/>
            <a:ext cx="2133600" cy="279401"/>
          </a:xfrm>
          <a:prstGeom prst="rect">
            <a:avLst/>
          </a:prstGeom>
        </p:spPr>
        <p:txBody>
          <a:bodyPr anchor="ctr"/>
          <a:lstStyle>
            <a:lvl1pPr algn="r">
              <a:defRPr sz="1200"/>
            </a:lvl1pPr>
          </a:lstStyle>
          <a:p>
            <a:fld id="{86CB4B4D-7CA3-9044-876B-883B54F8677D}" type="slidenum">
              <a:rP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2_标题和内容">
    <p:spTree>
      <p:nvGrpSpPr>
        <p:cNvPr id="1" name=""/>
        <p:cNvGrpSpPr/>
        <p:nvPr/>
      </p:nvGrpSpPr>
      <p:grpSpPr>
        <a:xfrm>
          <a:off x="0" y="0"/>
          <a:ext cx="0" cy="0"/>
          <a:chOff x="0" y="0"/>
          <a:chExt cx="0" cy="0"/>
        </a:xfrm>
      </p:grpSpPr>
      <p:sp>
        <p:nvSpPr>
          <p:cNvPr id="25" name="幻灯片编号"/>
          <p:cNvSpPr txBox="1">
            <a:spLocks noGrp="1"/>
          </p:cNvSpPr>
          <p:nvPr>
            <p:ph type="sldNum" sz="quarter" idx="2"/>
          </p:nvPr>
        </p:nvSpPr>
        <p:spPr>
          <a:xfrm>
            <a:off x="4419600" y="4627562"/>
            <a:ext cx="2133600" cy="279401"/>
          </a:xfrm>
          <a:prstGeom prst="rect">
            <a:avLst/>
          </a:prstGeom>
        </p:spPr>
        <p:txBody>
          <a:bodyPr anchor="ctr"/>
          <a:lstStyle>
            <a:lvl1pPr algn="r">
              <a:defRPr sz="1200"/>
            </a:lvl1pPr>
          </a:lstStyle>
          <a:p>
            <a:fld id="{86CB4B4D-7CA3-9044-876B-883B54F8677D}" type="slidenum">
              <a:rP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10_标题幻灯片">
    <p:spTree>
      <p:nvGrpSpPr>
        <p:cNvPr id="1" name=""/>
        <p:cNvGrpSpPr/>
        <p:nvPr/>
      </p:nvGrpSpPr>
      <p:grpSpPr>
        <a:xfrm>
          <a:off x="0" y="0"/>
          <a:ext cx="0" cy="0"/>
          <a:chOff x="0" y="0"/>
          <a:chExt cx="0" cy="0"/>
        </a:xfrm>
      </p:grpSpPr>
      <p:sp>
        <p:nvSpPr>
          <p:cNvPr id="40" name="矩形 1"/>
          <p:cNvSpPr/>
          <p:nvPr/>
        </p:nvSpPr>
        <p:spPr>
          <a:xfrm>
            <a:off x="0" y="-1"/>
            <a:ext cx="9144000" cy="700090"/>
          </a:xfrm>
          <a:prstGeom prst="rect">
            <a:avLst/>
          </a:prstGeom>
          <a:solidFill>
            <a:srgbClr val="414455"/>
          </a:solidFill>
          <a:ln w="12700">
            <a:miter lim="400000"/>
          </a:ln>
        </p:spPr>
        <p:txBody>
          <a:bodyPr lIns="45719" rIns="45719" anchor="ctr"/>
          <a:lstStyle/>
          <a:p>
            <a:pPr algn="ctr">
              <a:defRPr>
                <a:solidFill>
                  <a:srgbClr val="FFFFFF"/>
                </a:solidFill>
              </a:defRPr>
            </a:pPr>
            <a:endParaRPr/>
          </a:p>
        </p:txBody>
      </p:sp>
      <p:pic>
        <p:nvPicPr>
          <p:cNvPr id="41" name="图片 2" descr="图片 2"/>
          <p:cNvPicPr>
            <a:picLocks noChangeAspect="1"/>
          </p:cNvPicPr>
          <p:nvPr/>
        </p:nvPicPr>
        <p:blipFill>
          <a:blip r:embed="rId2"/>
          <a:stretch>
            <a:fillRect/>
          </a:stretch>
        </p:blipFill>
        <p:spPr>
          <a:xfrm>
            <a:off x="179387" y="-20638"/>
            <a:ext cx="1704976" cy="720727"/>
          </a:xfrm>
          <a:prstGeom prst="rect">
            <a:avLst/>
          </a:prstGeom>
          <a:ln w="12700">
            <a:miter lim="400000"/>
          </a:ln>
        </p:spPr>
      </p:pic>
      <p:sp>
        <p:nvSpPr>
          <p:cNvPr id="42" name="矩形 3"/>
          <p:cNvSpPr txBox="1"/>
          <p:nvPr/>
        </p:nvSpPr>
        <p:spPr>
          <a:xfrm>
            <a:off x="6156325" y="176212"/>
            <a:ext cx="1170941" cy="345441"/>
          </a:xfrm>
          <a:prstGeom prst="rect">
            <a:avLst/>
          </a:prstGeom>
          <a:ln w="12700">
            <a:miter lim="400000"/>
          </a:ln>
          <a:extLst>
            <a:ext uri="{C572A759-6A51-4108-AA02-DFA0A04FC94B}"/>
          </a:extLst>
        </p:spPr>
        <p:txBody>
          <a:bodyPr wrap="none" lIns="45719" rIns="45719">
            <a:spAutoFit/>
          </a:bodyPr>
          <a:lstStyle>
            <a:lvl1pPr>
              <a:defRPr sz="1400">
                <a:solidFill>
                  <a:srgbClr val="FFFFFF"/>
                </a:solidFill>
                <a:latin typeface="微软雅黑"/>
                <a:ea typeface="微软雅黑"/>
                <a:cs typeface="微软雅黑"/>
                <a:sym typeface="微软雅黑"/>
              </a:defRPr>
            </a:lvl1pPr>
          </a:lstStyle>
          <a:p>
            <a:r>
              <a:t>国外研究现状</a:t>
            </a:r>
          </a:p>
        </p:txBody>
      </p:sp>
      <p:sp>
        <p:nvSpPr>
          <p:cNvPr id="43" name="矩形 4"/>
          <p:cNvSpPr/>
          <p:nvPr/>
        </p:nvSpPr>
        <p:spPr>
          <a:xfrm>
            <a:off x="8564563" y="258763"/>
            <a:ext cx="184151" cy="138113"/>
          </a:xfrm>
          <a:prstGeom prst="rect">
            <a:avLst/>
          </a:prstGeom>
          <a:solidFill>
            <a:srgbClr val="FFFFFF">
              <a:alpha val="80000"/>
            </a:srgbClr>
          </a:solidFill>
          <a:ln w="12700">
            <a:miter lim="400000"/>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44" name="矩形 5"/>
          <p:cNvSpPr/>
          <p:nvPr/>
        </p:nvSpPr>
        <p:spPr>
          <a:xfrm>
            <a:off x="8329613" y="258763"/>
            <a:ext cx="182563" cy="138113"/>
          </a:xfrm>
          <a:prstGeom prst="rect">
            <a:avLst/>
          </a:prstGeom>
          <a:solidFill>
            <a:srgbClr val="FFFFFF">
              <a:alpha val="80000"/>
            </a:srgbClr>
          </a:solidFill>
          <a:ln w="12700">
            <a:miter lim="400000"/>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45" name="矩形 6"/>
          <p:cNvSpPr/>
          <p:nvPr/>
        </p:nvSpPr>
        <p:spPr>
          <a:xfrm>
            <a:off x="8097838" y="258763"/>
            <a:ext cx="184151" cy="138113"/>
          </a:xfrm>
          <a:prstGeom prst="rect">
            <a:avLst/>
          </a:prstGeom>
          <a:solidFill>
            <a:srgbClr val="FFFFFF">
              <a:alpha val="80000"/>
            </a:srgbClr>
          </a:solidFill>
          <a:ln w="12700">
            <a:miter lim="400000"/>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46" name="矩形 7"/>
          <p:cNvSpPr/>
          <p:nvPr/>
        </p:nvSpPr>
        <p:spPr>
          <a:xfrm>
            <a:off x="7861300" y="258763"/>
            <a:ext cx="184150" cy="138113"/>
          </a:xfrm>
          <a:prstGeom prst="rect">
            <a:avLst/>
          </a:prstGeom>
          <a:solidFill>
            <a:srgbClr val="FFFFFF">
              <a:alpha val="80000"/>
            </a:srgbClr>
          </a:solidFill>
          <a:ln w="12700">
            <a:miter lim="400000"/>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47" name="矩形 8"/>
          <p:cNvSpPr/>
          <p:nvPr/>
        </p:nvSpPr>
        <p:spPr>
          <a:xfrm>
            <a:off x="7626350" y="258763"/>
            <a:ext cx="184150" cy="138113"/>
          </a:xfrm>
          <a:prstGeom prst="rect">
            <a:avLst/>
          </a:prstGeom>
          <a:ln w="6350">
            <a:solidFill>
              <a:srgbClr val="D9D9D9"/>
            </a:solidFill>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48" name="矩形 9"/>
          <p:cNvSpPr/>
          <p:nvPr/>
        </p:nvSpPr>
        <p:spPr>
          <a:xfrm>
            <a:off x="7383463" y="258763"/>
            <a:ext cx="184151" cy="138113"/>
          </a:xfrm>
          <a:prstGeom prst="rect">
            <a:avLst/>
          </a:prstGeom>
          <a:solidFill>
            <a:srgbClr val="D9D9D9"/>
          </a:solidFill>
          <a:ln w="12700">
            <a:miter lim="400000"/>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49" name="矩形 1"/>
          <p:cNvSpPr/>
          <p:nvPr/>
        </p:nvSpPr>
        <p:spPr>
          <a:xfrm>
            <a:off x="0" y="-1"/>
            <a:ext cx="9144000" cy="700090"/>
          </a:xfrm>
          <a:prstGeom prst="rect">
            <a:avLst/>
          </a:prstGeom>
          <a:solidFill>
            <a:srgbClr val="414455"/>
          </a:solidFill>
          <a:ln w="12700">
            <a:miter lim="400000"/>
          </a:ln>
        </p:spPr>
        <p:txBody>
          <a:bodyPr lIns="45719" rIns="45719" anchor="ctr"/>
          <a:lstStyle/>
          <a:p>
            <a:pPr algn="ctr">
              <a:defRPr>
                <a:solidFill>
                  <a:srgbClr val="FFFFFF"/>
                </a:solidFill>
              </a:defRPr>
            </a:pPr>
            <a:endParaRPr/>
          </a:p>
        </p:txBody>
      </p:sp>
      <p:pic>
        <p:nvPicPr>
          <p:cNvPr id="50" name="同济大学.png" descr="同济大学.png"/>
          <p:cNvPicPr>
            <a:picLocks noChangeAspect="1"/>
          </p:cNvPicPr>
          <p:nvPr/>
        </p:nvPicPr>
        <p:blipFill>
          <a:blip r:embed="rId3"/>
          <a:stretch>
            <a:fillRect/>
          </a:stretch>
        </p:blipFill>
        <p:spPr>
          <a:xfrm>
            <a:off x="-138764" y="-578822"/>
            <a:ext cx="2840784" cy="1857732"/>
          </a:xfrm>
          <a:prstGeom prst="rect">
            <a:avLst/>
          </a:prstGeom>
          <a:ln w="12700">
            <a:miter lim="400000"/>
          </a:ln>
        </p:spPr>
      </p:pic>
      <p:sp>
        <p:nvSpPr>
          <p:cNvPr id="51" name="幻灯片编号"/>
          <p:cNvSpPr txBox="1">
            <a:spLocks noGrp="1"/>
          </p:cNvSpPr>
          <p:nvPr>
            <p:ph type="sldNum" sz="quarter" idx="2"/>
          </p:nvPr>
        </p:nvSpPr>
        <p:spPr>
          <a:xfrm>
            <a:off x="4419600" y="4627562"/>
            <a:ext cx="2133600" cy="279401"/>
          </a:xfrm>
          <a:prstGeom prst="rect">
            <a:avLst/>
          </a:prstGeom>
        </p:spPr>
        <p:txBody>
          <a:bodyPr anchor="ctr"/>
          <a:lstStyle>
            <a:lvl1pPr algn="r">
              <a:defRPr sz="1200"/>
            </a:lvl1pPr>
          </a:lstStyle>
          <a:p>
            <a:fld id="{86CB4B4D-7CA3-9044-876B-883B54F8677D}" type="slidenum">
              <a:rPr/>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11_标题幻灯片">
    <p:spTree>
      <p:nvGrpSpPr>
        <p:cNvPr id="1" name=""/>
        <p:cNvGrpSpPr/>
        <p:nvPr/>
      </p:nvGrpSpPr>
      <p:grpSpPr>
        <a:xfrm>
          <a:off x="0" y="0"/>
          <a:ext cx="0" cy="0"/>
          <a:chOff x="0" y="0"/>
          <a:chExt cx="0" cy="0"/>
        </a:xfrm>
      </p:grpSpPr>
      <p:sp>
        <p:nvSpPr>
          <p:cNvPr id="53" name="矩形 1"/>
          <p:cNvSpPr/>
          <p:nvPr/>
        </p:nvSpPr>
        <p:spPr>
          <a:xfrm>
            <a:off x="0" y="-1"/>
            <a:ext cx="9144000" cy="700090"/>
          </a:xfrm>
          <a:prstGeom prst="rect">
            <a:avLst/>
          </a:prstGeom>
          <a:solidFill>
            <a:srgbClr val="414455"/>
          </a:solidFill>
          <a:ln w="12700">
            <a:miter lim="400000"/>
          </a:ln>
        </p:spPr>
        <p:txBody>
          <a:bodyPr lIns="45719" rIns="45719" anchor="ctr"/>
          <a:lstStyle/>
          <a:p>
            <a:pPr algn="ctr">
              <a:defRPr>
                <a:solidFill>
                  <a:srgbClr val="FFFFFF"/>
                </a:solidFill>
              </a:defRPr>
            </a:pPr>
            <a:endParaRPr/>
          </a:p>
        </p:txBody>
      </p:sp>
      <p:pic>
        <p:nvPicPr>
          <p:cNvPr id="54" name="图片 2" descr="图片 2"/>
          <p:cNvPicPr>
            <a:picLocks noChangeAspect="1"/>
          </p:cNvPicPr>
          <p:nvPr/>
        </p:nvPicPr>
        <p:blipFill>
          <a:blip r:embed="rId2"/>
          <a:stretch>
            <a:fillRect/>
          </a:stretch>
        </p:blipFill>
        <p:spPr>
          <a:xfrm>
            <a:off x="179387" y="-20638"/>
            <a:ext cx="1704976" cy="720727"/>
          </a:xfrm>
          <a:prstGeom prst="rect">
            <a:avLst/>
          </a:prstGeom>
          <a:ln w="12700">
            <a:miter lim="400000"/>
          </a:ln>
        </p:spPr>
      </p:pic>
      <p:sp>
        <p:nvSpPr>
          <p:cNvPr id="55" name="矩形 3"/>
          <p:cNvSpPr txBox="1"/>
          <p:nvPr/>
        </p:nvSpPr>
        <p:spPr>
          <a:xfrm>
            <a:off x="6156325" y="176212"/>
            <a:ext cx="1170941" cy="345441"/>
          </a:xfrm>
          <a:prstGeom prst="rect">
            <a:avLst/>
          </a:prstGeom>
          <a:ln w="12700">
            <a:miter lim="400000"/>
          </a:ln>
          <a:extLst>
            <a:ext uri="{C572A759-6A51-4108-AA02-DFA0A04FC94B}"/>
          </a:extLst>
        </p:spPr>
        <p:txBody>
          <a:bodyPr wrap="none" lIns="45719" rIns="45719">
            <a:spAutoFit/>
          </a:bodyPr>
          <a:lstStyle>
            <a:lvl1pPr>
              <a:defRPr sz="1400">
                <a:solidFill>
                  <a:srgbClr val="FFFFFF"/>
                </a:solidFill>
                <a:latin typeface="微软雅黑"/>
                <a:ea typeface="微软雅黑"/>
                <a:cs typeface="微软雅黑"/>
                <a:sym typeface="微软雅黑"/>
              </a:defRPr>
            </a:lvl1pPr>
          </a:lstStyle>
          <a:p>
            <a:r>
              <a:t>国内研究现状</a:t>
            </a:r>
          </a:p>
        </p:txBody>
      </p:sp>
      <p:sp>
        <p:nvSpPr>
          <p:cNvPr id="56" name="矩形 4"/>
          <p:cNvSpPr/>
          <p:nvPr/>
        </p:nvSpPr>
        <p:spPr>
          <a:xfrm>
            <a:off x="8564563" y="258763"/>
            <a:ext cx="184151" cy="138113"/>
          </a:xfrm>
          <a:prstGeom prst="rect">
            <a:avLst/>
          </a:prstGeom>
          <a:solidFill>
            <a:srgbClr val="FFFFFF">
              <a:alpha val="80000"/>
            </a:srgbClr>
          </a:solidFill>
          <a:ln w="12700">
            <a:miter lim="400000"/>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57" name="矩形 5"/>
          <p:cNvSpPr/>
          <p:nvPr/>
        </p:nvSpPr>
        <p:spPr>
          <a:xfrm>
            <a:off x="8329613" y="258763"/>
            <a:ext cx="182563" cy="138113"/>
          </a:xfrm>
          <a:prstGeom prst="rect">
            <a:avLst/>
          </a:prstGeom>
          <a:solidFill>
            <a:srgbClr val="FFFFFF">
              <a:alpha val="80000"/>
            </a:srgbClr>
          </a:solidFill>
          <a:ln w="12700">
            <a:miter lim="400000"/>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58" name="矩形 6"/>
          <p:cNvSpPr/>
          <p:nvPr/>
        </p:nvSpPr>
        <p:spPr>
          <a:xfrm>
            <a:off x="8097838" y="258763"/>
            <a:ext cx="184151" cy="138113"/>
          </a:xfrm>
          <a:prstGeom prst="rect">
            <a:avLst/>
          </a:prstGeom>
          <a:solidFill>
            <a:srgbClr val="FFFFFF">
              <a:alpha val="80000"/>
            </a:srgbClr>
          </a:solidFill>
          <a:ln w="12700">
            <a:miter lim="400000"/>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59" name="矩形 7"/>
          <p:cNvSpPr/>
          <p:nvPr/>
        </p:nvSpPr>
        <p:spPr>
          <a:xfrm>
            <a:off x="7861300" y="258763"/>
            <a:ext cx="184150" cy="138113"/>
          </a:xfrm>
          <a:prstGeom prst="rect">
            <a:avLst/>
          </a:prstGeom>
          <a:solidFill>
            <a:srgbClr val="FFFFFF">
              <a:alpha val="80000"/>
            </a:srgbClr>
          </a:solidFill>
          <a:ln w="12700">
            <a:miter lim="400000"/>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60" name="矩形 8"/>
          <p:cNvSpPr/>
          <p:nvPr/>
        </p:nvSpPr>
        <p:spPr>
          <a:xfrm>
            <a:off x="7626350" y="258763"/>
            <a:ext cx="184150" cy="138113"/>
          </a:xfrm>
          <a:prstGeom prst="rect">
            <a:avLst/>
          </a:prstGeom>
          <a:ln w="6350">
            <a:solidFill>
              <a:srgbClr val="D9D9D9"/>
            </a:solidFill>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61" name="矩形 9"/>
          <p:cNvSpPr/>
          <p:nvPr/>
        </p:nvSpPr>
        <p:spPr>
          <a:xfrm>
            <a:off x="7383463" y="258763"/>
            <a:ext cx="184151" cy="138113"/>
          </a:xfrm>
          <a:prstGeom prst="rect">
            <a:avLst/>
          </a:prstGeom>
          <a:solidFill>
            <a:srgbClr val="D9D9D9"/>
          </a:solidFill>
          <a:ln w="12700">
            <a:miter lim="400000"/>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62" name="矩形 1"/>
          <p:cNvSpPr/>
          <p:nvPr/>
        </p:nvSpPr>
        <p:spPr>
          <a:xfrm>
            <a:off x="0" y="-1"/>
            <a:ext cx="9144000" cy="700090"/>
          </a:xfrm>
          <a:prstGeom prst="rect">
            <a:avLst/>
          </a:prstGeom>
          <a:solidFill>
            <a:srgbClr val="414455"/>
          </a:solidFill>
          <a:ln w="12700">
            <a:miter lim="400000"/>
          </a:ln>
        </p:spPr>
        <p:txBody>
          <a:bodyPr lIns="45719" rIns="45719" anchor="ctr"/>
          <a:lstStyle/>
          <a:p>
            <a:pPr algn="ctr">
              <a:defRPr>
                <a:solidFill>
                  <a:srgbClr val="FFFFFF"/>
                </a:solidFill>
              </a:defRPr>
            </a:pPr>
            <a:endParaRPr/>
          </a:p>
        </p:txBody>
      </p:sp>
      <p:pic>
        <p:nvPicPr>
          <p:cNvPr id="63" name="同济大学.png" descr="同济大学.png"/>
          <p:cNvPicPr>
            <a:picLocks noChangeAspect="1"/>
          </p:cNvPicPr>
          <p:nvPr/>
        </p:nvPicPr>
        <p:blipFill>
          <a:blip r:embed="rId3"/>
          <a:stretch>
            <a:fillRect/>
          </a:stretch>
        </p:blipFill>
        <p:spPr>
          <a:xfrm>
            <a:off x="-138764" y="-578822"/>
            <a:ext cx="2840784" cy="1857732"/>
          </a:xfrm>
          <a:prstGeom prst="rect">
            <a:avLst/>
          </a:prstGeom>
          <a:ln w="12700">
            <a:miter lim="400000"/>
          </a:ln>
        </p:spPr>
      </p:pic>
      <p:sp>
        <p:nvSpPr>
          <p:cNvPr id="64" name="幻灯片编号"/>
          <p:cNvSpPr txBox="1">
            <a:spLocks noGrp="1"/>
          </p:cNvSpPr>
          <p:nvPr>
            <p:ph type="sldNum" sz="quarter" idx="2"/>
          </p:nvPr>
        </p:nvSpPr>
        <p:spPr>
          <a:xfrm>
            <a:off x="4419600" y="4627562"/>
            <a:ext cx="2133600" cy="279401"/>
          </a:xfrm>
          <a:prstGeom prst="rect">
            <a:avLst/>
          </a:prstGeom>
        </p:spPr>
        <p:txBody>
          <a:bodyPr anchor="ctr"/>
          <a:lstStyle>
            <a:lvl1pPr algn="r">
              <a:defRPr sz="1200"/>
            </a:lvl1pPr>
          </a:lstStyle>
          <a:p>
            <a:fld id="{86CB4B4D-7CA3-9044-876B-883B54F8677D}" type="slidenum">
              <a:rPr/>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3_标题和内容">
    <p:spTree>
      <p:nvGrpSpPr>
        <p:cNvPr id="1" name=""/>
        <p:cNvGrpSpPr/>
        <p:nvPr/>
      </p:nvGrpSpPr>
      <p:grpSpPr>
        <a:xfrm>
          <a:off x="0" y="0"/>
          <a:ext cx="0" cy="0"/>
          <a:chOff x="0" y="0"/>
          <a:chExt cx="0" cy="0"/>
        </a:xfrm>
      </p:grpSpPr>
      <p:sp>
        <p:nvSpPr>
          <p:cNvPr id="66" name="幻灯片编号"/>
          <p:cNvSpPr txBox="1">
            <a:spLocks noGrp="1"/>
          </p:cNvSpPr>
          <p:nvPr>
            <p:ph type="sldNum" sz="quarter" idx="2"/>
          </p:nvPr>
        </p:nvSpPr>
        <p:spPr>
          <a:xfrm>
            <a:off x="4419600" y="4627562"/>
            <a:ext cx="2133600" cy="279401"/>
          </a:xfrm>
          <a:prstGeom prst="rect">
            <a:avLst/>
          </a:prstGeom>
        </p:spPr>
        <p:txBody>
          <a:bodyPr anchor="ctr"/>
          <a:lstStyle>
            <a:lvl1pPr algn="r">
              <a:defRPr sz="1200"/>
            </a:lvl1pPr>
          </a:lstStyle>
          <a:p>
            <a:fld id="{86CB4B4D-7CA3-9044-876B-883B54F8677D}" type="slidenum">
              <a:rPr/>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5_标题幻灯片">
    <p:spTree>
      <p:nvGrpSpPr>
        <p:cNvPr id="1" name=""/>
        <p:cNvGrpSpPr/>
        <p:nvPr/>
      </p:nvGrpSpPr>
      <p:grpSpPr>
        <a:xfrm>
          <a:off x="0" y="0"/>
          <a:ext cx="0" cy="0"/>
          <a:chOff x="0" y="0"/>
          <a:chExt cx="0" cy="0"/>
        </a:xfrm>
      </p:grpSpPr>
      <p:sp>
        <p:nvSpPr>
          <p:cNvPr id="68" name="矩形 1"/>
          <p:cNvSpPr/>
          <p:nvPr/>
        </p:nvSpPr>
        <p:spPr>
          <a:xfrm>
            <a:off x="0" y="-1"/>
            <a:ext cx="9144000" cy="700090"/>
          </a:xfrm>
          <a:prstGeom prst="rect">
            <a:avLst/>
          </a:prstGeom>
          <a:solidFill>
            <a:srgbClr val="414455"/>
          </a:solidFill>
          <a:ln w="12700">
            <a:miter lim="400000"/>
          </a:ln>
        </p:spPr>
        <p:txBody>
          <a:bodyPr lIns="45719" rIns="45719" anchor="ctr"/>
          <a:lstStyle/>
          <a:p>
            <a:pPr algn="ctr">
              <a:defRPr>
                <a:solidFill>
                  <a:srgbClr val="FFFFFF"/>
                </a:solidFill>
              </a:defRPr>
            </a:pPr>
            <a:endParaRPr/>
          </a:p>
        </p:txBody>
      </p:sp>
      <p:pic>
        <p:nvPicPr>
          <p:cNvPr id="69" name="图片 2" descr="图片 2"/>
          <p:cNvPicPr>
            <a:picLocks noChangeAspect="1"/>
          </p:cNvPicPr>
          <p:nvPr/>
        </p:nvPicPr>
        <p:blipFill>
          <a:blip r:embed="rId2"/>
          <a:stretch>
            <a:fillRect/>
          </a:stretch>
        </p:blipFill>
        <p:spPr>
          <a:xfrm>
            <a:off x="179387" y="-20638"/>
            <a:ext cx="1704976" cy="720727"/>
          </a:xfrm>
          <a:prstGeom prst="rect">
            <a:avLst/>
          </a:prstGeom>
          <a:ln w="12700">
            <a:miter lim="400000"/>
          </a:ln>
        </p:spPr>
      </p:pic>
      <p:sp>
        <p:nvSpPr>
          <p:cNvPr id="70" name="矩形 3"/>
          <p:cNvSpPr txBox="1"/>
          <p:nvPr/>
        </p:nvSpPr>
        <p:spPr>
          <a:xfrm>
            <a:off x="6477000" y="176212"/>
            <a:ext cx="815341" cy="345441"/>
          </a:xfrm>
          <a:prstGeom prst="rect">
            <a:avLst/>
          </a:prstGeom>
          <a:ln w="12700">
            <a:miter lim="400000"/>
          </a:ln>
          <a:extLst>
            <a:ext uri="{C572A759-6A51-4108-AA02-DFA0A04FC94B}"/>
          </a:extLst>
        </p:spPr>
        <p:txBody>
          <a:bodyPr wrap="none" lIns="45719" rIns="45719">
            <a:spAutoFit/>
          </a:bodyPr>
          <a:lstStyle>
            <a:lvl1pPr>
              <a:defRPr sz="1400">
                <a:solidFill>
                  <a:srgbClr val="FFFFFF"/>
                </a:solidFill>
                <a:latin typeface="微软雅黑"/>
                <a:ea typeface="微软雅黑"/>
                <a:cs typeface="微软雅黑"/>
                <a:sym typeface="微软雅黑"/>
              </a:defRPr>
            </a:lvl1pPr>
          </a:lstStyle>
          <a:p>
            <a:r>
              <a:t>研究目标</a:t>
            </a:r>
          </a:p>
        </p:txBody>
      </p:sp>
      <p:sp>
        <p:nvSpPr>
          <p:cNvPr id="71" name="矩形 4"/>
          <p:cNvSpPr/>
          <p:nvPr/>
        </p:nvSpPr>
        <p:spPr>
          <a:xfrm>
            <a:off x="8564563" y="258763"/>
            <a:ext cx="184151" cy="138113"/>
          </a:xfrm>
          <a:prstGeom prst="rect">
            <a:avLst/>
          </a:prstGeom>
          <a:solidFill>
            <a:srgbClr val="FFFFFF">
              <a:alpha val="80000"/>
            </a:srgbClr>
          </a:solidFill>
          <a:ln w="12700">
            <a:miter lim="400000"/>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72" name="矩形 5"/>
          <p:cNvSpPr/>
          <p:nvPr/>
        </p:nvSpPr>
        <p:spPr>
          <a:xfrm>
            <a:off x="8329613" y="258763"/>
            <a:ext cx="182563" cy="138113"/>
          </a:xfrm>
          <a:prstGeom prst="rect">
            <a:avLst/>
          </a:prstGeom>
          <a:solidFill>
            <a:srgbClr val="FFFFFF">
              <a:alpha val="80000"/>
            </a:srgbClr>
          </a:solidFill>
          <a:ln w="12700">
            <a:miter lim="400000"/>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73" name="矩形 6"/>
          <p:cNvSpPr/>
          <p:nvPr/>
        </p:nvSpPr>
        <p:spPr>
          <a:xfrm>
            <a:off x="8097838" y="258763"/>
            <a:ext cx="184151" cy="138113"/>
          </a:xfrm>
          <a:prstGeom prst="rect">
            <a:avLst/>
          </a:prstGeom>
          <a:solidFill>
            <a:srgbClr val="FFFFFF">
              <a:alpha val="80000"/>
            </a:srgbClr>
          </a:solidFill>
          <a:ln w="12700">
            <a:miter lim="400000"/>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74" name="矩形 7"/>
          <p:cNvSpPr/>
          <p:nvPr/>
        </p:nvSpPr>
        <p:spPr>
          <a:xfrm>
            <a:off x="7861300" y="258763"/>
            <a:ext cx="184150" cy="138113"/>
          </a:xfrm>
          <a:prstGeom prst="rect">
            <a:avLst/>
          </a:prstGeom>
          <a:ln w="6350">
            <a:solidFill>
              <a:srgbClr val="D9D9D9"/>
            </a:solidFill>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75" name="矩形 8"/>
          <p:cNvSpPr/>
          <p:nvPr/>
        </p:nvSpPr>
        <p:spPr>
          <a:xfrm>
            <a:off x="7626350" y="258763"/>
            <a:ext cx="184150" cy="138113"/>
          </a:xfrm>
          <a:prstGeom prst="rect">
            <a:avLst/>
          </a:prstGeom>
          <a:solidFill>
            <a:srgbClr val="FFFFFF">
              <a:alpha val="80000"/>
            </a:srgbClr>
          </a:solidFill>
          <a:ln w="12700">
            <a:miter lim="400000"/>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76" name="矩形 9"/>
          <p:cNvSpPr/>
          <p:nvPr/>
        </p:nvSpPr>
        <p:spPr>
          <a:xfrm>
            <a:off x="7383463" y="258763"/>
            <a:ext cx="184151" cy="138113"/>
          </a:xfrm>
          <a:prstGeom prst="rect">
            <a:avLst/>
          </a:prstGeom>
          <a:solidFill>
            <a:srgbClr val="D9D9D9"/>
          </a:solidFill>
          <a:ln w="12700">
            <a:miter lim="400000"/>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77" name="矩形 1"/>
          <p:cNvSpPr/>
          <p:nvPr/>
        </p:nvSpPr>
        <p:spPr>
          <a:xfrm>
            <a:off x="0" y="-1"/>
            <a:ext cx="9144000" cy="700090"/>
          </a:xfrm>
          <a:prstGeom prst="rect">
            <a:avLst/>
          </a:prstGeom>
          <a:solidFill>
            <a:srgbClr val="414455"/>
          </a:solidFill>
          <a:ln w="12700">
            <a:miter lim="400000"/>
          </a:ln>
        </p:spPr>
        <p:txBody>
          <a:bodyPr lIns="45719" rIns="45719" anchor="ctr"/>
          <a:lstStyle/>
          <a:p>
            <a:pPr algn="ctr">
              <a:defRPr>
                <a:solidFill>
                  <a:srgbClr val="FFFFFF"/>
                </a:solidFill>
              </a:defRPr>
            </a:pPr>
            <a:endParaRPr/>
          </a:p>
        </p:txBody>
      </p:sp>
      <p:pic>
        <p:nvPicPr>
          <p:cNvPr id="78" name="同济大学.png" descr="同济大学.png"/>
          <p:cNvPicPr>
            <a:picLocks noChangeAspect="1"/>
          </p:cNvPicPr>
          <p:nvPr/>
        </p:nvPicPr>
        <p:blipFill>
          <a:blip r:embed="rId3"/>
          <a:stretch>
            <a:fillRect/>
          </a:stretch>
        </p:blipFill>
        <p:spPr>
          <a:xfrm>
            <a:off x="-138764" y="-578822"/>
            <a:ext cx="2840784" cy="1857732"/>
          </a:xfrm>
          <a:prstGeom prst="rect">
            <a:avLst/>
          </a:prstGeom>
          <a:ln w="12700">
            <a:miter lim="400000"/>
          </a:ln>
        </p:spPr>
      </p:pic>
      <p:sp>
        <p:nvSpPr>
          <p:cNvPr id="79" name="幻灯片编号"/>
          <p:cNvSpPr txBox="1">
            <a:spLocks noGrp="1"/>
          </p:cNvSpPr>
          <p:nvPr>
            <p:ph type="sldNum" sz="quarter" idx="2"/>
          </p:nvPr>
        </p:nvSpPr>
        <p:spPr>
          <a:xfrm>
            <a:off x="4419600" y="4627562"/>
            <a:ext cx="2133600" cy="279401"/>
          </a:xfrm>
          <a:prstGeom prst="rect">
            <a:avLst/>
          </a:prstGeom>
        </p:spPr>
        <p:txBody>
          <a:bodyPr anchor="ctr"/>
          <a:lstStyle>
            <a:lvl1pPr algn="r">
              <a:defRPr sz="1200"/>
            </a:lvl1pPr>
          </a:lstStyle>
          <a:p>
            <a:fld id="{86CB4B4D-7CA3-9044-876B-883B54F8677D}" type="slidenum">
              <a:rPr/>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
  <p:cSld name="4_标题和内容">
    <p:spTree>
      <p:nvGrpSpPr>
        <p:cNvPr id="1" name=""/>
        <p:cNvGrpSpPr/>
        <p:nvPr/>
      </p:nvGrpSpPr>
      <p:grpSpPr>
        <a:xfrm>
          <a:off x="0" y="0"/>
          <a:ext cx="0" cy="0"/>
          <a:chOff x="0" y="0"/>
          <a:chExt cx="0" cy="0"/>
        </a:xfrm>
      </p:grpSpPr>
      <p:sp>
        <p:nvSpPr>
          <p:cNvPr id="81" name="幻灯片编号"/>
          <p:cNvSpPr txBox="1">
            <a:spLocks noGrp="1"/>
          </p:cNvSpPr>
          <p:nvPr>
            <p:ph type="sldNum" sz="quarter" idx="2"/>
          </p:nvPr>
        </p:nvSpPr>
        <p:spPr>
          <a:xfrm>
            <a:off x="4419600" y="4627562"/>
            <a:ext cx="2133600" cy="279401"/>
          </a:xfrm>
          <a:prstGeom prst="rect">
            <a:avLst/>
          </a:prstGeom>
        </p:spPr>
        <p:txBody>
          <a:bodyPr anchor="ctr"/>
          <a:lstStyle>
            <a:lvl1pPr algn="r">
              <a:defRPr sz="1200"/>
            </a:lvl1pPr>
          </a:lstStyle>
          <a:p>
            <a:fld id="{86CB4B4D-7CA3-9044-876B-883B54F8677D}" type="slidenum">
              <a:rPr/>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
  <p:cSld name="6_标题幻灯片">
    <p:spTree>
      <p:nvGrpSpPr>
        <p:cNvPr id="1" name=""/>
        <p:cNvGrpSpPr/>
        <p:nvPr/>
      </p:nvGrpSpPr>
      <p:grpSpPr>
        <a:xfrm>
          <a:off x="0" y="0"/>
          <a:ext cx="0" cy="0"/>
          <a:chOff x="0" y="0"/>
          <a:chExt cx="0" cy="0"/>
        </a:xfrm>
      </p:grpSpPr>
      <p:sp>
        <p:nvSpPr>
          <p:cNvPr id="83" name="矩形 1"/>
          <p:cNvSpPr/>
          <p:nvPr/>
        </p:nvSpPr>
        <p:spPr>
          <a:xfrm>
            <a:off x="0" y="-1"/>
            <a:ext cx="9144000" cy="700090"/>
          </a:xfrm>
          <a:prstGeom prst="rect">
            <a:avLst/>
          </a:prstGeom>
          <a:solidFill>
            <a:srgbClr val="414455"/>
          </a:solidFill>
          <a:ln w="12700">
            <a:miter lim="400000"/>
          </a:ln>
        </p:spPr>
        <p:txBody>
          <a:bodyPr lIns="45719" rIns="45719" anchor="ctr"/>
          <a:lstStyle/>
          <a:p>
            <a:pPr algn="ctr">
              <a:defRPr>
                <a:solidFill>
                  <a:srgbClr val="FFFFFF"/>
                </a:solidFill>
              </a:defRPr>
            </a:pPr>
            <a:endParaRPr/>
          </a:p>
        </p:txBody>
      </p:sp>
      <p:pic>
        <p:nvPicPr>
          <p:cNvPr id="84" name="图片 2" descr="图片 2"/>
          <p:cNvPicPr>
            <a:picLocks noChangeAspect="1"/>
          </p:cNvPicPr>
          <p:nvPr/>
        </p:nvPicPr>
        <p:blipFill>
          <a:blip r:embed="rId2"/>
          <a:stretch>
            <a:fillRect/>
          </a:stretch>
        </p:blipFill>
        <p:spPr>
          <a:xfrm>
            <a:off x="179387" y="-20638"/>
            <a:ext cx="1704976" cy="720727"/>
          </a:xfrm>
          <a:prstGeom prst="rect">
            <a:avLst/>
          </a:prstGeom>
          <a:ln w="12700">
            <a:miter lim="400000"/>
          </a:ln>
        </p:spPr>
      </p:pic>
      <p:sp>
        <p:nvSpPr>
          <p:cNvPr id="85" name="矩形 3"/>
          <p:cNvSpPr txBox="1"/>
          <p:nvPr/>
        </p:nvSpPr>
        <p:spPr>
          <a:xfrm>
            <a:off x="6477000" y="176212"/>
            <a:ext cx="815341" cy="345441"/>
          </a:xfrm>
          <a:prstGeom prst="rect">
            <a:avLst/>
          </a:prstGeom>
          <a:ln w="12700">
            <a:miter lim="400000"/>
          </a:ln>
          <a:extLst>
            <a:ext uri="{C572A759-6A51-4108-AA02-DFA0A04FC94B}"/>
          </a:extLst>
        </p:spPr>
        <p:txBody>
          <a:bodyPr wrap="none" lIns="45719" rIns="45719">
            <a:spAutoFit/>
          </a:bodyPr>
          <a:lstStyle>
            <a:lvl1pPr>
              <a:defRPr sz="1400">
                <a:solidFill>
                  <a:srgbClr val="FFFFFF"/>
                </a:solidFill>
                <a:latin typeface="微软雅黑"/>
                <a:ea typeface="微软雅黑"/>
                <a:cs typeface="微软雅黑"/>
                <a:sym typeface="微软雅黑"/>
              </a:defRPr>
            </a:lvl1pPr>
          </a:lstStyle>
          <a:p>
            <a:r>
              <a:t>研究过程</a:t>
            </a:r>
          </a:p>
        </p:txBody>
      </p:sp>
      <p:sp>
        <p:nvSpPr>
          <p:cNvPr id="86" name="矩形 4"/>
          <p:cNvSpPr/>
          <p:nvPr/>
        </p:nvSpPr>
        <p:spPr>
          <a:xfrm>
            <a:off x="8564563" y="258763"/>
            <a:ext cx="184151" cy="138113"/>
          </a:xfrm>
          <a:prstGeom prst="rect">
            <a:avLst/>
          </a:prstGeom>
          <a:solidFill>
            <a:srgbClr val="FFFFFF">
              <a:alpha val="80000"/>
            </a:srgbClr>
          </a:solidFill>
          <a:ln w="12700">
            <a:miter lim="400000"/>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87" name="矩形 5"/>
          <p:cNvSpPr/>
          <p:nvPr/>
        </p:nvSpPr>
        <p:spPr>
          <a:xfrm>
            <a:off x="8329613" y="258763"/>
            <a:ext cx="182563" cy="138113"/>
          </a:xfrm>
          <a:prstGeom prst="rect">
            <a:avLst/>
          </a:prstGeom>
          <a:solidFill>
            <a:srgbClr val="FFFFFF">
              <a:alpha val="80000"/>
            </a:srgbClr>
          </a:solidFill>
          <a:ln w="12700">
            <a:miter lim="400000"/>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88" name="矩形 6"/>
          <p:cNvSpPr/>
          <p:nvPr/>
        </p:nvSpPr>
        <p:spPr>
          <a:xfrm>
            <a:off x="8097838" y="258763"/>
            <a:ext cx="184151" cy="138113"/>
          </a:xfrm>
          <a:prstGeom prst="rect">
            <a:avLst/>
          </a:prstGeom>
          <a:ln w="6350">
            <a:solidFill>
              <a:srgbClr val="D9D9D9"/>
            </a:solidFill>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89" name="矩形 7"/>
          <p:cNvSpPr/>
          <p:nvPr/>
        </p:nvSpPr>
        <p:spPr>
          <a:xfrm>
            <a:off x="7861300" y="258763"/>
            <a:ext cx="184150" cy="138113"/>
          </a:xfrm>
          <a:prstGeom prst="rect">
            <a:avLst/>
          </a:prstGeom>
          <a:solidFill>
            <a:srgbClr val="FFFFFF">
              <a:alpha val="80000"/>
            </a:srgbClr>
          </a:solidFill>
          <a:ln w="12700">
            <a:miter lim="400000"/>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90" name="矩形 8"/>
          <p:cNvSpPr/>
          <p:nvPr/>
        </p:nvSpPr>
        <p:spPr>
          <a:xfrm>
            <a:off x="7626350" y="258763"/>
            <a:ext cx="184150" cy="138113"/>
          </a:xfrm>
          <a:prstGeom prst="rect">
            <a:avLst/>
          </a:prstGeom>
          <a:solidFill>
            <a:srgbClr val="FFFFFF">
              <a:alpha val="80000"/>
            </a:srgbClr>
          </a:solidFill>
          <a:ln w="12700">
            <a:miter lim="400000"/>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91" name="矩形 9"/>
          <p:cNvSpPr/>
          <p:nvPr/>
        </p:nvSpPr>
        <p:spPr>
          <a:xfrm>
            <a:off x="7383463" y="258763"/>
            <a:ext cx="184151" cy="138113"/>
          </a:xfrm>
          <a:prstGeom prst="rect">
            <a:avLst/>
          </a:prstGeom>
          <a:solidFill>
            <a:srgbClr val="D9D9D9"/>
          </a:solidFill>
          <a:ln w="12700">
            <a:miter lim="400000"/>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92" name="矩形 1"/>
          <p:cNvSpPr/>
          <p:nvPr/>
        </p:nvSpPr>
        <p:spPr>
          <a:xfrm>
            <a:off x="0" y="-1"/>
            <a:ext cx="9144000" cy="700090"/>
          </a:xfrm>
          <a:prstGeom prst="rect">
            <a:avLst/>
          </a:prstGeom>
          <a:solidFill>
            <a:srgbClr val="414455"/>
          </a:solidFill>
          <a:ln w="12700">
            <a:miter lim="400000"/>
          </a:ln>
        </p:spPr>
        <p:txBody>
          <a:bodyPr lIns="45719" rIns="45719" anchor="ctr"/>
          <a:lstStyle/>
          <a:p>
            <a:pPr algn="ctr">
              <a:defRPr>
                <a:solidFill>
                  <a:srgbClr val="FFFFFF"/>
                </a:solidFill>
              </a:defRPr>
            </a:pPr>
            <a:endParaRPr/>
          </a:p>
        </p:txBody>
      </p:sp>
      <p:pic>
        <p:nvPicPr>
          <p:cNvPr id="93" name="同济大学.png" descr="同济大学.png"/>
          <p:cNvPicPr>
            <a:picLocks noChangeAspect="1"/>
          </p:cNvPicPr>
          <p:nvPr/>
        </p:nvPicPr>
        <p:blipFill>
          <a:blip r:embed="rId3"/>
          <a:stretch>
            <a:fillRect/>
          </a:stretch>
        </p:blipFill>
        <p:spPr>
          <a:xfrm>
            <a:off x="-138764" y="-578822"/>
            <a:ext cx="2840784" cy="1857732"/>
          </a:xfrm>
          <a:prstGeom prst="rect">
            <a:avLst/>
          </a:prstGeom>
          <a:ln w="12700">
            <a:miter lim="400000"/>
          </a:ln>
        </p:spPr>
      </p:pic>
      <p:sp>
        <p:nvSpPr>
          <p:cNvPr id="94" name="幻灯片编号"/>
          <p:cNvSpPr txBox="1">
            <a:spLocks noGrp="1"/>
          </p:cNvSpPr>
          <p:nvPr>
            <p:ph type="sldNum" sz="quarter" idx="2"/>
          </p:nvPr>
        </p:nvSpPr>
        <p:spPr>
          <a:xfrm>
            <a:off x="4419600" y="4627562"/>
            <a:ext cx="2133600" cy="279401"/>
          </a:xfrm>
          <a:prstGeom prst="rect">
            <a:avLst/>
          </a:prstGeom>
        </p:spPr>
        <p:txBody>
          <a:bodyPr anchor="ctr"/>
          <a:lstStyle>
            <a:lvl1pPr algn="r">
              <a:defRPr sz="1200"/>
            </a:lvl1pPr>
          </a:lstStyle>
          <a:p>
            <a:fld id="{86CB4B4D-7CA3-9044-876B-883B54F8677D}" type="slidenum">
              <a:rPr/>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x">
  <p:cSld name="5_标题和内容">
    <p:spTree>
      <p:nvGrpSpPr>
        <p:cNvPr id="1" name=""/>
        <p:cNvGrpSpPr/>
        <p:nvPr/>
      </p:nvGrpSpPr>
      <p:grpSpPr>
        <a:xfrm>
          <a:off x="0" y="0"/>
          <a:ext cx="0" cy="0"/>
          <a:chOff x="0" y="0"/>
          <a:chExt cx="0" cy="0"/>
        </a:xfrm>
      </p:grpSpPr>
      <p:sp>
        <p:nvSpPr>
          <p:cNvPr id="100" name="幻灯片编号"/>
          <p:cNvSpPr txBox="1">
            <a:spLocks noGrp="1"/>
          </p:cNvSpPr>
          <p:nvPr>
            <p:ph type="sldNum" sz="quarter" idx="2"/>
          </p:nvPr>
        </p:nvSpPr>
        <p:spPr>
          <a:xfrm>
            <a:off x="4419600" y="4627562"/>
            <a:ext cx="2133600" cy="279401"/>
          </a:xfrm>
          <a:prstGeom prst="rect">
            <a:avLst/>
          </a:prstGeom>
        </p:spPr>
        <p:txBody>
          <a:bodyPr anchor="ctr"/>
          <a:lstStyle>
            <a:lvl1pPr algn="r">
              <a:defRPr sz="1200"/>
            </a:lvl1pPr>
          </a:lstStyle>
          <a:p>
            <a:fld id="{86CB4B4D-7CA3-9044-876B-883B54F8677D}" type="slidenum">
              <a:rPr/>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x">
  <p:cSld name="7_标题幻灯片">
    <p:spTree>
      <p:nvGrpSpPr>
        <p:cNvPr id="1" name=""/>
        <p:cNvGrpSpPr/>
        <p:nvPr/>
      </p:nvGrpSpPr>
      <p:grpSpPr>
        <a:xfrm>
          <a:off x="0" y="0"/>
          <a:ext cx="0" cy="0"/>
          <a:chOff x="0" y="0"/>
          <a:chExt cx="0" cy="0"/>
        </a:xfrm>
      </p:grpSpPr>
      <p:sp>
        <p:nvSpPr>
          <p:cNvPr id="102" name="矩形 1"/>
          <p:cNvSpPr/>
          <p:nvPr/>
        </p:nvSpPr>
        <p:spPr>
          <a:xfrm>
            <a:off x="0" y="-1"/>
            <a:ext cx="9144000" cy="700090"/>
          </a:xfrm>
          <a:prstGeom prst="rect">
            <a:avLst/>
          </a:prstGeom>
          <a:solidFill>
            <a:srgbClr val="414455"/>
          </a:solidFill>
          <a:ln w="12700">
            <a:miter lim="400000"/>
          </a:ln>
        </p:spPr>
        <p:txBody>
          <a:bodyPr lIns="45719" rIns="45719" anchor="ctr"/>
          <a:lstStyle/>
          <a:p>
            <a:pPr algn="ctr">
              <a:defRPr>
                <a:solidFill>
                  <a:srgbClr val="FFFFFF"/>
                </a:solidFill>
              </a:defRPr>
            </a:pPr>
            <a:endParaRPr/>
          </a:p>
        </p:txBody>
      </p:sp>
      <p:pic>
        <p:nvPicPr>
          <p:cNvPr id="103" name="图片 2" descr="图片 2"/>
          <p:cNvPicPr>
            <a:picLocks noChangeAspect="1"/>
          </p:cNvPicPr>
          <p:nvPr/>
        </p:nvPicPr>
        <p:blipFill>
          <a:blip r:embed="rId2"/>
          <a:stretch>
            <a:fillRect/>
          </a:stretch>
        </p:blipFill>
        <p:spPr>
          <a:xfrm>
            <a:off x="179387" y="-20638"/>
            <a:ext cx="1704976" cy="720727"/>
          </a:xfrm>
          <a:prstGeom prst="rect">
            <a:avLst/>
          </a:prstGeom>
          <a:ln w="12700">
            <a:miter lim="400000"/>
          </a:ln>
        </p:spPr>
      </p:pic>
      <p:sp>
        <p:nvSpPr>
          <p:cNvPr id="104" name="矩形 3"/>
          <p:cNvSpPr txBox="1"/>
          <p:nvPr/>
        </p:nvSpPr>
        <p:spPr>
          <a:xfrm>
            <a:off x="6477000" y="176212"/>
            <a:ext cx="815341" cy="345441"/>
          </a:xfrm>
          <a:prstGeom prst="rect">
            <a:avLst/>
          </a:prstGeom>
          <a:ln w="12700">
            <a:miter lim="400000"/>
          </a:ln>
          <a:extLst>
            <a:ext uri="{C572A759-6A51-4108-AA02-DFA0A04FC94B}"/>
          </a:extLst>
        </p:spPr>
        <p:txBody>
          <a:bodyPr wrap="none" lIns="45719" rIns="45719">
            <a:spAutoFit/>
          </a:bodyPr>
          <a:lstStyle>
            <a:lvl1pPr>
              <a:defRPr sz="1400">
                <a:solidFill>
                  <a:srgbClr val="FFFFFF"/>
                </a:solidFill>
                <a:latin typeface="微软雅黑"/>
                <a:ea typeface="微软雅黑"/>
                <a:cs typeface="微软雅黑"/>
                <a:sym typeface="微软雅黑"/>
              </a:defRPr>
            </a:lvl1pPr>
          </a:lstStyle>
          <a:p>
            <a:r>
              <a:t>研究结论</a:t>
            </a:r>
          </a:p>
        </p:txBody>
      </p:sp>
      <p:sp>
        <p:nvSpPr>
          <p:cNvPr id="105" name="矩形 4"/>
          <p:cNvSpPr/>
          <p:nvPr/>
        </p:nvSpPr>
        <p:spPr>
          <a:xfrm>
            <a:off x="8564563" y="258763"/>
            <a:ext cx="184151" cy="138113"/>
          </a:xfrm>
          <a:prstGeom prst="rect">
            <a:avLst/>
          </a:prstGeom>
          <a:solidFill>
            <a:srgbClr val="FFFFFF">
              <a:alpha val="80000"/>
            </a:srgbClr>
          </a:solidFill>
          <a:ln w="12700">
            <a:miter lim="400000"/>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106" name="矩形 5"/>
          <p:cNvSpPr/>
          <p:nvPr/>
        </p:nvSpPr>
        <p:spPr>
          <a:xfrm>
            <a:off x="8329613" y="258763"/>
            <a:ext cx="182563" cy="138113"/>
          </a:xfrm>
          <a:prstGeom prst="rect">
            <a:avLst/>
          </a:prstGeom>
          <a:ln w="6350">
            <a:solidFill>
              <a:srgbClr val="D9D9D9"/>
            </a:solidFill>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107" name="矩形 6"/>
          <p:cNvSpPr/>
          <p:nvPr/>
        </p:nvSpPr>
        <p:spPr>
          <a:xfrm>
            <a:off x="8097838" y="258763"/>
            <a:ext cx="184151" cy="138113"/>
          </a:xfrm>
          <a:prstGeom prst="rect">
            <a:avLst/>
          </a:prstGeom>
          <a:solidFill>
            <a:srgbClr val="FFFFFF">
              <a:alpha val="80000"/>
            </a:srgbClr>
          </a:solidFill>
          <a:ln w="12700">
            <a:miter lim="400000"/>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108" name="矩形 7"/>
          <p:cNvSpPr/>
          <p:nvPr/>
        </p:nvSpPr>
        <p:spPr>
          <a:xfrm>
            <a:off x="7861300" y="258763"/>
            <a:ext cx="184150" cy="138113"/>
          </a:xfrm>
          <a:prstGeom prst="rect">
            <a:avLst/>
          </a:prstGeom>
          <a:solidFill>
            <a:srgbClr val="FFFFFF">
              <a:alpha val="80000"/>
            </a:srgbClr>
          </a:solidFill>
          <a:ln w="12700">
            <a:miter lim="400000"/>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109" name="矩形 8"/>
          <p:cNvSpPr/>
          <p:nvPr/>
        </p:nvSpPr>
        <p:spPr>
          <a:xfrm>
            <a:off x="7626350" y="258763"/>
            <a:ext cx="184150" cy="138113"/>
          </a:xfrm>
          <a:prstGeom prst="rect">
            <a:avLst/>
          </a:prstGeom>
          <a:solidFill>
            <a:srgbClr val="FFFFFF">
              <a:alpha val="80000"/>
            </a:srgbClr>
          </a:solidFill>
          <a:ln w="12700">
            <a:miter lim="400000"/>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110" name="矩形 9"/>
          <p:cNvSpPr/>
          <p:nvPr/>
        </p:nvSpPr>
        <p:spPr>
          <a:xfrm>
            <a:off x="7383463" y="258763"/>
            <a:ext cx="184151" cy="138113"/>
          </a:xfrm>
          <a:prstGeom prst="rect">
            <a:avLst/>
          </a:prstGeom>
          <a:solidFill>
            <a:srgbClr val="D9D9D9"/>
          </a:solidFill>
          <a:ln w="12700">
            <a:miter lim="400000"/>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111" name="矩形 1"/>
          <p:cNvSpPr/>
          <p:nvPr/>
        </p:nvSpPr>
        <p:spPr>
          <a:xfrm>
            <a:off x="0" y="-1"/>
            <a:ext cx="9144000" cy="700090"/>
          </a:xfrm>
          <a:prstGeom prst="rect">
            <a:avLst/>
          </a:prstGeom>
          <a:solidFill>
            <a:srgbClr val="414455"/>
          </a:solidFill>
          <a:ln w="12700">
            <a:miter lim="400000"/>
          </a:ln>
        </p:spPr>
        <p:txBody>
          <a:bodyPr lIns="45719" rIns="45719" anchor="ctr"/>
          <a:lstStyle/>
          <a:p>
            <a:pPr algn="ctr">
              <a:defRPr>
                <a:solidFill>
                  <a:srgbClr val="FFFFFF"/>
                </a:solidFill>
              </a:defRPr>
            </a:pPr>
            <a:endParaRPr/>
          </a:p>
        </p:txBody>
      </p:sp>
      <p:pic>
        <p:nvPicPr>
          <p:cNvPr id="112" name="同济大学.png" descr="同济大学.png"/>
          <p:cNvPicPr>
            <a:picLocks noChangeAspect="1"/>
          </p:cNvPicPr>
          <p:nvPr/>
        </p:nvPicPr>
        <p:blipFill>
          <a:blip r:embed="rId3"/>
          <a:stretch>
            <a:fillRect/>
          </a:stretch>
        </p:blipFill>
        <p:spPr>
          <a:xfrm>
            <a:off x="-138764" y="-578822"/>
            <a:ext cx="2840784" cy="1857732"/>
          </a:xfrm>
          <a:prstGeom prst="rect">
            <a:avLst/>
          </a:prstGeom>
          <a:ln w="12700">
            <a:miter lim="400000"/>
          </a:ln>
        </p:spPr>
      </p:pic>
      <p:sp>
        <p:nvSpPr>
          <p:cNvPr id="113" name="幻灯片编号"/>
          <p:cNvSpPr txBox="1">
            <a:spLocks noGrp="1"/>
          </p:cNvSpPr>
          <p:nvPr>
            <p:ph type="sldNum" sz="quarter" idx="2"/>
          </p:nvPr>
        </p:nvSpPr>
        <p:spPr>
          <a:xfrm>
            <a:off x="4419600" y="4627562"/>
            <a:ext cx="2133600" cy="279401"/>
          </a:xfrm>
          <a:prstGeom prst="rect">
            <a:avLst/>
          </a:prstGeom>
        </p:spPr>
        <p:txBody>
          <a:bodyPr anchor="ctr"/>
          <a:lstStyle>
            <a:lvl1pPr algn="r">
              <a:defRPr sz="1200"/>
            </a:lvl1pPr>
          </a:lstStyle>
          <a:p>
            <a:fld id="{86CB4B4D-7CA3-9044-876B-883B54F8677D}" type="slidenum">
              <a:rPr/>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x">
  <p:cSld name="6_标题和内容">
    <p:spTree>
      <p:nvGrpSpPr>
        <p:cNvPr id="1" name=""/>
        <p:cNvGrpSpPr/>
        <p:nvPr/>
      </p:nvGrpSpPr>
      <p:grpSpPr>
        <a:xfrm>
          <a:off x="0" y="0"/>
          <a:ext cx="0" cy="0"/>
          <a:chOff x="0" y="0"/>
          <a:chExt cx="0" cy="0"/>
        </a:xfrm>
      </p:grpSpPr>
      <p:sp>
        <p:nvSpPr>
          <p:cNvPr id="115" name="幻灯片编号"/>
          <p:cNvSpPr txBox="1">
            <a:spLocks noGrp="1"/>
          </p:cNvSpPr>
          <p:nvPr>
            <p:ph type="sldNum" sz="quarter" idx="2"/>
          </p:nvPr>
        </p:nvSpPr>
        <p:spPr>
          <a:xfrm>
            <a:off x="4419600" y="4627562"/>
            <a:ext cx="2133600" cy="279401"/>
          </a:xfrm>
          <a:prstGeom prst="rect">
            <a:avLst/>
          </a:prstGeom>
        </p:spPr>
        <p:txBody>
          <a:bodyPr anchor="ctr"/>
          <a:lstStyle>
            <a:lvl1pPr algn="r">
              <a:defRPr sz="1200"/>
            </a:lvl1pPr>
          </a:lstStyle>
          <a:p>
            <a:fld id="{86CB4B4D-7CA3-9044-876B-883B54F8677D}" type="slidenum">
              <a:rPr/>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x">
  <p:cSld name="8_标题幻灯片">
    <p:spTree>
      <p:nvGrpSpPr>
        <p:cNvPr id="1" name=""/>
        <p:cNvGrpSpPr/>
        <p:nvPr/>
      </p:nvGrpSpPr>
      <p:grpSpPr>
        <a:xfrm>
          <a:off x="0" y="0"/>
          <a:ext cx="0" cy="0"/>
          <a:chOff x="0" y="0"/>
          <a:chExt cx="0" cy="0"/>
        </a:xfrm>
      </p:grpSpPr>
      <p:sp>
        <p:nvSpPr>
          <p:cNvPr id="117" name="矩形 1"/>
          <p:cNvSpPr/>
          <p:nvPr/>
        </p:nvSpPr>
        <p:spPr>
          <a:xfrm>
            <a:off x="0" y="-1"/>
            <a:ext cx="9144000" cy="700090"/>
          </a:xfrm>
          <a:prstGeom prst="rect">
            <a:avLst/>
          </a:prstGeom>
          <a:solidFill>
            <a:srgbClr val="414455"/>
          </a:solidFill>
          <a:ln w="12700">
            <a:miter lim="400000"/>
          </a:ln>
        </p:spPr>
        <p:txBody>
          <a:bodyPr lIns="45719" rIns="45719" anchor="ctr"/>
          <a:lstStyle/>
          <a:p>
            <a:pPr algn="ctr">
              <a:defRPr>
                <a:solidFill>
                  <a:srgbClr val="FFFFFF"/>
                </a:solidFill>
              </a:defRPr>
            </a:pPr>
            <a:endParaRPr/>
          </a:p>
        </p:txBody>
      </p:sp>
      <p:pic>
        <p:nvPicPr>
          <p:cNvPr id="118" name="图片 2" descr="图片 2"/>
          <p:cNvPicPr>
            <a:picLocks noChangeAspect="1"/>
          </p:cNvPicPr>
          <p:nvPr/>
        </p:nvPicPr>
        <p:blipFill>
          <a:blip r:embed="rId2"/>
          <a:stretch>
            <a:fillRect/>
          </a:stretch>
        </p:blipFill>
        <p:spPr>
          <a:xfrm>
            <a:off x="179387" y="-20638"/>
            <a:ext cx="1704976" cy="720727"/>
          </a:xfrm>
          <a:prstGeom prst="rect">
            <a:avLst/>
          </a:prstGeom>
          <a:ln w="12700">
            <a:miter lim="400000"/>
          </a:ln>
        </p:spPr>
      </p:pic>
      <p:sp>
        <p:nvSpPr>
          <p:cNvPr id="119" name="矩形 3"/>
          <p:cNvSpPr txBox="1"/>
          <p:nvPr/>
        </p:nvSpPr>
        <p:spPr>
          <a:xfrm>
            <a:off x="6477000" y="176212"/>
            <a:ext cx="815341" cy="345441"/>
          </a:xfrm>
          <a:prstGeom prst="rect">
            <a:avLst/>
          </a:prstGeom>
          <a:ln w="12700">
            <a:miter lim="400000"/>
          </a:ln>
          <a:extLst>
            <a:ext uri="{C572A759-6A51-4108-AA02-DFA0A04FC94B}"/>
          </a:extLst>
        </p:spPr>
        <p:txBody>
          <a:bodyPr wrap="none" lIns="45719" rIns="45719">
            <a:spAutoFit/>
          </a:bodyPr>
          <a:lstStyle>
            <a:lvl1pPr>
              <a:defRPr sz="1400">
                <a:solidFill>
                  <a:srgbClr val="FFFFFF"/>
                </a:solidFill>
                <a:latin typeface="微软雅黑"/>
                <a:ea typeface="微软雅黑"/>
                <a:cs typeface="微软雅黑"/>
                <a:sym typeface="微软雅黑"/>
              </a:defRPr>
            </a:lvl1pPr>
          </a:lstStyle>
          <a:p>
            <a:r>
              <a:t>参考文献</a:t>
            </a:r>
          </a:p>
        </p:txBody>
      </p:sp>
      <p:sp>
        <p:nvSpPr>
          <p:cNvPr id="120" name="矩形 4"/>
          <p:cNvSpPr/>
          <p:nvPr/>
        </p:nvSpPr>
        <p:spPr>
          <a:xfrm>
            <a:off x="8564563" y="258763"/>
            <a:ext cx="184151" cy="138113"/>
          </a:xfrm>
          <a:prstGeom prst="rect">
            <a:avLst/>
          </a:prstGeom>
          <a:ln w="6350">
            <a:solidFill>
              <a:srgbClr val="D9D9D9"/>
            </a:solidFill>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121" name="矩形 5"/>
          <p:cNvSpPr/>
          <p:nvPr/>
        </p:nvSpPr>
        <p:spPr>
          <a:xfrm>
            <a:off x="8329613" y="258763"/>
            <a:ext cx="182563" cy="138113"/>
          </a:xfrm>
          <a:prstGeom prst="rect">
            <a:avLst/>
          </a:prstGeom>
          <a:solidFill>
            <a:srgbClr val="FFFFFF">
              <a:alpha val="80000"/>
            </a:srgbClr>
          </a:solidFill>
          <a:ln w="12700">
            <a:miter lim="400000"/>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122" name="矩形 6"/>
          <p:cNvSpPr/>
          <p:nvPr/>
        </p:nvSpPr>
        <p:spPr>
          <a:xfrm>
            <a:off x="8097838" y="258763"/>
            <a:ext cx="184151" cy="138113"/>
          </a:xfrm>
          <a:prstGeom prst="rect">
            <a:avLst/>
          </a:prstGeom>
          <a:solidFill>
            <a:srgbClr val="FFFFFF">
              <a:alpha val="80000"/>
            </a:srgbClr>
          </a:solidFill>
          <a:ln w="12700">
            <a:miter lim="400000"/>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123" name="矩形 7"/>
          <p:cNvSpPr/>
          <p:nvPr/>
        </p:nvSpPr>
        <p:spPr>
          <a:xfrm>
            <a:off x="7861300" y="258763"/>
            <a:ext cx="184150" cy="138113"/>
          </a:xfrm>
          <a:prstGeom prst="rect">
            <a:avLst/>
          </a:prstGeom>
          <a:solidFill>
            <a:srgbClr val="FFFFFF">
              <a:alpha val="80000"/>
            </a:srgbClr>
          </a:solidFill>
          <a:ln w="12700">
            <a:miter lim="400000"/>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124" name="矩形 8"/>
          <p:cNvSpPr/>
          <p:nvPr/>
        </p:nvSpPr>
        <p:spPr>
          <a:xfrm>
            <a:off x="7626350" y="258763"/>
            <a:ext cx="184150" cy="138113"/>
          </a:xfrm>
          <a:prstGeom prst="rect">
            <a:avLst/>
          </a:prstGeom>
          <a:solidFill>
            <a:srgbClr val="FFFFFF">
              <a:alpha val="80000"/>
            </a:srgbClr>
          </a:solidFill>
          <a:ln w="12700">
            <a:miter lim="400000"/>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125" name="矩形 9"/>
          <p:cNvSpPr/>
          <p:nvPr/>
        </p:nvSpPr>
        <p:spPr>
          <a:xfrm>
            <a:off x="7383463" y="258763"/>
            <a:ext cx="184151" cy="138113"/>
          </a:xfrm>
          <a:prstGeom prst="rect">
            <a:avLst/>
          </a:prstGeom>
          <a:solidFill>
            <a:srgbClr val="D9D9D9"/>
          </a:solidFill>
          <a:ln w="12700">
            <a:miter lim="400000"/>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126" name="矩形 1"/>
          <p:cNvSpPr/>
          <p:nvPr/>
        </p:nvSpPr>
        <p:spPr>
          <a:xfrm>
            <a:off x="0" y="-1"/>
            <a:ext cx="9144000" cy="700090"/>
          </a:xfrm>
          <a:prstGeom prst="rect">
            <a:avLst/>
          </a:prstGeom>
          <a:solidFill>
            <a:srgbClr val="414455"/>
          </a:solidFill>
          <a:ln w="12700">
            <a:miter lim="400000"/>
          </a:ln>
        </p:spPr>
        <p:txBody>
          <a:bodyPr lIns="45719" rIns="45719" anchor="ctr"/>
          <a:lstStyle/>
          <a:p>
            <a:pPr algn="ctr">
              <a:defRPr>
                <a:solidFill>
                  <a:srgbClr val="FFFFFF"/>
                </a:solidFill>
              </a:defRPr>
            </a:pPr>
            <a:endParaRPr/>
          </a:p>
        </p:txBody>
      </p:sp>
      <p:pic>
        <p:nvPicPr>
          <p:cNvPr id="127" name="同济大学.png" descr="同济大学.png"/>
          <p:cNvPicPr>
            <a:picLocks noChangeAspect="1"/>
          </p:cNvPicPr>
          <p:nvPr/>
        </p:nvPicPr>
        <p:blipFill>
          <a:blip r:embed="rId3"/>
          <a:stretch>
            <a:fillRect/>
          </a:stretch>
        </p:blipFill>
        <p:spPr>
          <a:xfrm>
            <a:off x="-138764" y="-578822"/>
            <a:ext cx="2840784" cy="1857732"/>
          </a:xfrm>
          <a:prstGeom prst="rect">
            <a:avLst/>
          </a:prstGeom>
          <a:ln w="12700">
            <a:miter lim="400000"/>
          </a:ln>
        </p:spPr>
      </p:pic>
      <p:sp>
        <p:nvSpPr>
          <p:cNvPr id="128" name="幻灯片编号"/>
          <p:cNvSpPr txBox="1">
            <a:spLocks noGrp="1"/>
          </p:cNvSpPr>
          <p:nvPr>
            <p:ph type="sldNum" sz="quarter" idx="2"/>
          </p:nvPr>
        </p:nvSpPr>
        <p:spPr>
          <a:xfrm>
            <a:off x="4419600" y="4627562"/>
            <a:ext cx="2133600" cy="279401"/>
          </a:xfrm>
          <a:prstGeom prst="rect">
            <a:avLst/>
          </a:prstGeom>
        </p:spPr>
        <p:txBody>
          <a:bodyPr anchor="ctr"/>
          <a:lstStyle>
            <a:lvl1pPr algn="r">
              <a:defRPr sz="1200"/>
            </a:lvl1pPr>
          </a:lstStyle>
          <a:p>
            <a:fld id="{86CB4B4D-7CA3-9044-876B-883B54F8677D}" type="slidenum">
              <a:rPr/>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
  <p:cSld name="2_标题幻灯片">
    <p:spTree>
      <p:nvGrpSpPr>
        <p:cNvPr id="1" name=""/>
        <p:cNvGrpSpPr/>
        <p:nvPr/>
      </p:nvGrpSpPr>
      <p:grpSpPr>
        <a:xfrm>
          <a:off x="0" y="0"/>
          <a:ext cx="0" cy="0"/>
          <a:chOff x="0" y="0"/>
          <a:chExt cx="0" cy="0"/>
        </a:xfrm>
      </p:grpSpPr>
      <p:sp>
        <p:nvSpPr>
          <p:cNvPr id="130" name="矩形 1"/>
          <p:cNvSpPr/>
          <p:nvPr/>
        </p:nvSpPr>
        <p:spPr>
          <a:xfrm>
            <a:off x="0" y="-1"/>
            <a:ext cx="9144000" cy="700090"/>
          </a:xfrm>
          <a:prstGeom prst="rect">
            <a:avLst/>
          </a:prstGeom>
          <a:solidFill>
            <a:srgbClr val="414455"/>
          </a:solidFill>
          <a:ln w="12700">
            <a:miter lim="400000"/>
          </a:ln>
        </p:spPr>
        <p:txBody>
          <a:bodyPr lIns="45719" rIns="45719" anchor="ctr"/>
          <a:lstStyle/>
          <a:p>
            <a:pPr algn="ctr">
              <a:defRPr>
                <a:solidFill>
                  <a:srgbClr val="FFFFFF"/>
                </a:solidFill>
              </a:defRPr>
            </a:pPr>
            <a:endParaRPr/>
          </a:p>
        </p:txBody>
      </p:sp>
      <p:pic>
        <p:nvPicPr>
          <p:cNvPr id="131" name="同济大学.png" descr="同济大学.png"/>
          <p:cNvPicPr>
            <a:picLocks noChangeAspect="1"/>
          </p:cNvPicPr>
          <p:nvPr/>
        </p:nvPicPr>
        <p:blipFill>
          <a:blip r:embed="rId2"/>
          <a:stretch>
            <a:fillRect/>
          </a:stretch>
        </p:blipFill>
        <p:spPr>
          <a:xfrm>
            <a:off x="-138764" y="-578822"/>
            <a:ext cx="2840784" cy="1857732"/>
          </a:xfrm>
          <a:prstGeom prst="rect">
            <a:avLst/>
          </a:prstGeom>
          <a:ln w="12700">
            <a:miter lim="400000"/>
          </a:ln>
        </p:spPr>
      </p:pic>
      <p:sp>
        <p:nvSpPr>
          <p:cNvPr id="132" name="幻灯片编号"/>
          <p:cNvSpPr txBox="1">
            <a:spLocks noGrp="1"/>
          </p:cNvSpPr>
          <p:nvPr>
            <p:ph type="sldNum" sz="quarter" idx="2"/>
          </p:nvPr>
        </p:nvSpPr>
        <p:spPr>
          <a:xfrm>
            <a:off x="4419600" y="4627562"/>
            <a:ext cx="2133600" cy="279401"/>
          </a:xfrm>
          <a:prstGeom prst="rect">
            <a:avLst/>
          </a:prstGeom>
        </p:spPr>
        <p:txBody>
          <a:bodyPr anchor="ctr"/>
          <a:lstStyle>
            <a:lvl1pPr algn="r">
              <a:defRPr sz="1200"/>
            </a:lvl1pPr>
          </a:lstStyle>
          <a:p>
            <a:fld id="{86CB4B4D-7CA3-9044-876B-883B54F8677D}" type="slidenum">
              <a:rPr/>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164" name="标题 1"/>
          <p:cNvSpPr>
            <a:spLocks noGrp="1"/>
          </p:cNvSpPr>
          <p:nvPr>
            <p:ph type="ctrTitle"/>
          </p:nvPr>
        </p:nvSpPr>
        <p:spPr>
          <a:xfrm>
            <a:off x="1143000" y="841772"/>
            <a:ext cx="6858000" cy="1790700"/>
          </a:xfrm>
        </p:spPr>
        <p:txBody>
          <a:bodyPr anchor="b"/>
          <a:lstStyle>
            <a:lvl1pPr algn="ctr">
              <a:defRPr sz="4500"/>
            </a:lvl1pPr>
          </a:lstStyle>
          <a:p>
            <a:r>
              <a:rPr lang="zh-CN" altLang="en-US"/>
              <a:t>单击此处编辑母版标题样式</a:t>
            </a:r>
            <a:endParaRPr/>
          </a:p>
        </p:txBody>
      </p:sp>
      <p:sp>
        <p:nvSpPr>
          <p:cNvPr id="165" name="副标题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endParaRPr/>
          </a:p>
        </p:txBody>
      </p:sp>
      <p:sp>
        <p:nvSpPr>
          <p:cNvPr id="166" name="日期占位符 3"/>
          <p:cNvSpPr>
            <a:spLocks noGrp="1"/>
          </p:cNvSpPr>
          <p:nvPr>
            <p:ph type="dt" sz="half" idx="10"/>
          </p:nvPr>
        </p:nvSpPr>
        <p:spPr/>
        <p:txBody>
          <a:bodyPr/>
          <a:lstStyle/>
          <a:p>
            <a:fld id="{C48EEF1F-60C5-4480-AA09-B9CAD080CFCB}" type="datetimeFigureOut">
              <a:rPr lang="zh-CN" altLang="en-US"/>
              <a:t>2024/11/10</a:t>
            </a:fld>
            <a:endParaRPr lang="zh-CN" altLang="en-US">
              <a:solidFill>
                <a:prstClr val="black">
                  <a:tint val="75000"/>
                </a:prstClr>
              </a:solidFill>
            </a:endParaRPr>
          </a:p>
        </p:txBody>
      </p:sp>
      <p:sp>
        <p:nvSpPr>
          <p:cNvPr id="167"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168" name="灯片编号占位符 5"/>
          <p:cNvSpPr>
            <a:spLocks noGrp="1"/>
          </p:cNvSpPr>
          <p:nvPr>
            <p:ph type="sldNum" sz="quarter" idx="12"/>
          </p:nvPr>
        </p:nvSpPr>
        <p:spPr/>
        <p:txBody>
          <a:bodyPr/>
          <a:lstStyle/>
          <a:p>
            <a:fld id="{CE81C536-FA53-469F-808A-DDE11F90DD03}" type="slidenum">
              <a:rPr/>
              <a:t>‹#›</a:t>
            </a:fld>
            <a:endParaRPr lang="zh-CN" altLang="en-US">
              <a:solidFill>
                <a:prstClr val="black">
                  <a:tint val="75000"/>
                </a:prstClr>
              </a:solidFil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170" name="标题 1"/>
          <p:cNvSpPr>
            <a:spLocks noGrp="1"/>
          </p:cNvSpPr>
          <p:nvPr>
            <p:ph type="title"/>
          </p:nvPr>
        </p:nvSpPr>
        <p:spPr/>
        <p:txBody>
          <a:bodyPr/>
          <a:lstStyle/>
          <a:p>
            <a:r>
              <a:rPr lang="zh-CN" altLang="en-US"/>
              <a:t>单击此处编辑母版标题样式</a:t>
            </a:r>
            <a:endParaRPr/>
          </a:p>
        </p:txBody>
      </p:sp>
      <p:sp>
        <p:nvSpPr>
          <p:cNvPr id="171" name="内容占位符 2"/>
          <p:cNvSpPr>
            <a:spLocks noGrp="1"/>
          </p:cNvSpPr>
          <p:nvPr>
            <p:ph idx="1"/>
          </p:nvPr>
        </p:nvSpPr>
        <p:spPr/>
        <p:txBody>
          <a:bodyPr/>
          <a:lstStyle/>
          <a:p>
            <a:pPr lvl="0"/>
            <a:r>
              <a:rPr lang="zh-CN" altLang="en-US"/>
              <a:t>单击此处编辑母版文本样式</a:t>
            </a:r>
            <a:endParaRPr/>
          </a:p>
          <a:p>
            <a:pPr lvl="1"/>
            <a:r>
              <a:rPr lang="zh-CN" altLang="en-US"/>
              <a:t>二级</a:t>
            </a:r>
            <a:endParaRPr/>
          </a:p>
          <a:p>
            <a:pPr lvl="2"/>
            <a:r>
              <a:rPr lang="zh-CN" altLang="en-US"/>
              <a:t>三级</a:t>
            </a:r>
            <a:endParaRPr/>
          </a:p>
          <a:p>
            <a:pPr lvl="3"/>
            <a:r>
              <a:rPr lang="zh-CN" altLang="en-US"/>
              <a:t>四级</a:t>
            </a:r>
            <a:endParaRPr/>
          </a:p>
          <a:p>
            <a:pPr lvl="4"/>
            <a:r>
              <a:rPr lang="zh-CN" altLang="en-US"/>
              <a:t>五级</a:t>
            </a:r>
            <a:endParaRPr/>
          </a:p>
        </p:txBody>
      </p:sp>
      <p:sp>
        <p:nvSpPr>
          <p:cNvPr id="172" name="日期占位符 3"/>
          <p:cNvSpPr>
            <a:spLocks noGrp="1"/>
          </p:cNvSpPr>
          <p:nvPr>
            <p:ph type="dt" sz="half" idx="10"/>
          </p:nvPr>
        </p:nvSpPr>
        <p:spPr/>
        <p:txBody>
          <a:bodyPr/>
          <a:lstStyle/>
          <a:p>
            <a:fld id="{C48EEF1F-60C5-4480-AA09-B9CAD080CFCB}" type="datetimeFigureOut">
              <a:rPr lang="zh-CN" altLang="en-US"/>
              <a:t>2024/11/10</a:t>
            </a:fld>
            <a:endParaRPr lang="zh-CN" altLang="en-US">
              <a:solidFill>
                <a:prstClr val="black">
                  <a:tint val="75000"/>
                </a:prstClr>
              </a:solidFill>
            </a:endParaRPr>
          </a:p>
        </p:txBody>
      </p:sp>
      <p:sp>
        <p:nvSpPr>
          <p:cNvPr id="173"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174" name="灯片编号占位符 5"/>
          <p:cNvSpPr>
            <a:spLocks noGrp="1"/>
          </p:cNvSpPr>
          <p:nvPr>
            <p:ph type="sldNum" sz="quarter" idx="12"/>
          </p:nvPr>
        </p:nvSpPr>
        <p:spPr/>
        <p:txBody>
          <a:bodyPr/>
          <a:lstStyle/>
          <a:p>
            <a:fld id="{CE81C536-FA53-469F-808A-DDE11F90DD03}" type="slidenum">
              <a:rPr/>
              <a:t>‹#›</a:t>
            </a:fld>
            <a:endParaRPr lang="zh-CN" altLang="en-US">
              <a:solidFill>
                <a:prstClr val="black">
                  <a:tint val="75000"/>
                </a:prstClr>
              </a:solidFil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cSld name="节标题">
    <p:spTree>
      <p:nvGrpSpPr>
        <p:cNvPr id="1" name=""/>
        <p:cNvGrpSpPr/>
        <p:nvPr/>
      </p:nvGrpSpPr>
      <p:grpSpPr>
        <a:xfrm>
          <a:off x="0" y="0"/>
          <a:ext cx="0" cy="0"/>
          <a:chOff x="0" y="0"/>
          <a:chExt cx="0" cy="0"/>
        </a:xfrm>
      </p:grpSpPr>
      <p:sp>
        <p:nvSpPr>
          <p:cNvPr id="184" name="标题 1"/>
          <p:cNvSpPr>
            <a:spLocks noGrp="1"/>
          </p:cNvSpPr>
          <p:nvPr>
            <p:ph type="title"/>
          </p:nvPr>
        </p:nvSpPr>
        <p:spPr>
          <a:xfrm>
            <a:off x="623888" y="1282304"/>
            <a:ext cx="7886700" cy="2139553"/>
          </a:xfrm>
        </p:spPr>
        <p:txBody>
          <a:bodyPr anchor="b"/>
          <a:lstStyle>
            <a:lvl1pPr>
              <a:defRPr sz="4500"/>
            </a:lvl1pPr>
          </a:lstStyle>
          <a:p>
            <a:r>
              <a:rPr lang="zh-CN" altLang="en-US"/>
              <a:t>单击此处编辑母版标题样式</a:t>
            </a:r>
            <a:endParaRPr/>
          </a:p>
        </p:txBody>
      </p:sp>
      <p:sp>
        <p:nvSpPr>
          <p:cNvPr id="185" name="文本占位符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endParaRPr/>
          </a:p>
        </p:txBody>
      </p:sp>
      <p:sp>
        <p:nvSpPr>
          <p:cNvPr id="186" name="日期占位符 3"/>
          <p:cNvSpPr>
            <a:spLocks noGrp="1"/>
          </p:cNvSpPr>
          <p:nvPr>
            <p:ph type="dt" sz="half" idx="10"/>
          </p:nvPr>
        </p:nvSpPr>
        <p:spPr/>
        <p:txBody>
          <a:bodyPr/>
          <a:lstStyle/>
          <a:p>
            <a:fld id="{C48EEF1F-60C5-4480-AA09-B9CAD080CFCB}" type="datetimeFigureOut">
              <a:rPr lang="zh-CN" altLang="en-US"/>
              <a:t>2024/11/10</a:t>
            </a:fld>
            <a:endParaRPr lang="zh-CN" altLang="en-US">
              <a:solidFill>
                <a:prstClr val="black">
                  <a:tint val="75000"/>
                </a:prstClr>
              </a:solidFill>
            </a:endParaRPr>
          </a:p>
        </p:txBody>
      </p:sp>
      <p:sp>
        <p:nvSpPr>
          <p:cNvPr id="187"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188" name="灯片编号占位符 5"/>
          <p:cNvSpPr>
            <a:spLocks noGrp="1"/>
          </p:cNvSpPr>
          <p:nvPr>
            <p:ph type="sldNum" sz="quarter" idx="12"/>
          </p:nvPr>
        </p:nvSpPr>
        <p:spPr/>
        <p:txBody>
          <a:bodyPr/>
          <a:lstStyle/>
          <a:p>
            <a:fld id="{CE81C536-FA53-469F-808A-DDE11F90DD03}" type="slidenum">
              <a:rPr/>
              <a:t>‹#›</a:t>
            </a:fld>
            <a:endParaRPr lang="zh-CN" altLang="en-US">
              <a:solidFill>
                <a:prstClr val="black">
                  <a:tint val="75000"/>
                </a:prstClr>
              </a:solidFil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cSld name="两栏内容">
    <p:spTree>
      <p:nvGrpSpPr>
        <p:cNvPr id="1" name=""/>
        <p:cNvGrpSpPr/>
        <p:nvPr/>
      </p:nvGrpSpPr>
      <p:grpSpPr>
        <a:xfrm>
          <a:off x="0" y="0"/>
          <a:ext cx="0" cy="0"/>
          <a:chOff x="0" y="0"/>
          <a:chExt cx="0" cy="0"/>
        </a:xfrm>
      </p:grpSpPr>
      <p:sp>
        <p:nvSpPr>
          <p:cNvPr id="190" name="标题 1"/>
          <p:cNvSpPr>
            <a:spLocks noGrp="1"/>
          </p:cNvSpPr>
          <p:nvPr>
            <p:ph type="title"/>
          </p:nvPr>
        </p:nvSpPr>
        <p:spPr/>
        <p:txBody>
          <a:bodyPr/>
          <a:lstStyle/>
          <a:p>
            <a:r>
              <a:rPr lang="zh-CN" altLang="en-US"/>
              <a:t>单击此处编辑母版标题样式</a:t>
            </a:r>
            <a:endParaRPr/>
          </a:p>
        </p:txBody>
      </p:sp>
      <p:sp>
        <p:nvSpPr>
          <p:cNvPr id="191" name="内容占位符 2"/>
          <p:cNvSpPr>
            <a:spLocks noGrp="1"/>
          </p:cNvSpPr>
          <p:nvPr>
            <p:ph sz="half" idx="1"/>
          </p:nvPr>
        </p:nvSpPr>
        <p:spPr>
          <a:xfrm>
            <a:off x="628650" y="1369219"/>
            <a:ext cx="3886200" cy="3263504"/>
          </a:xfrm>
        </p:spPr>
        <p:txBody>
          <a:bodyPr/>
          <a:lstStyle/>
          <a:p>
            <a:pPr lvl="0"/>
            <a:r>
              <a:rPr lang="zh-CN" altLang="en-US"/>
              <a:t>单击此处编辑母版文本样式</a:t>
            </a:r>
            <a:endParaRPr/>
          </a:p>
          <a:p>
            <a:pPr lvl="1"/>
            <a:r>
              <a:rPr lang="zh-CN" altLang="en-US"/>
              <a:t>二级</a:t>
            </a:r>
            <a:endParaRPr/>
          </a:p>
          <a:p>
            <a:pPr lvl="2"/>
            <a:r>
              <a:rPr lang="zh-CN" altLang="en-US"/>
              <a:t>三级</a:t>
            </a:r>
            <a:endParaRPr/>
          </a:p>
          <a:p>
            <a:pPr lvl="3"/>
            <a:r>
              <a:rPr lang="zh-CN" altLang="en-US"/>
              <a:t>四级</a:t>
            </a:r>
            <a:endParaRPr/>
          </a:p>
          <a:p>
            <a:pPr lvl="4"/>
            <a:r>
              <a:rPr lang="zh-CN" altLang="en-US"/>
              <a:t>五级</a:t>
            </a:r>
            <a:endParaRPr/>
          </a:p>
        </p:txBody>
      </p:sp>
      <p:sp>
        <p:nvSpPr>
          <p:cNvPr id="192" name="内容占位符 3"/>
          <p:cNvSpPr>
            <a:spLocks noGrp="1"/>
          </p:cNvSpPr>
          <p:nvPr>
            <p:ph sz="half" idx="2"/>
          </p:nvPr>
        </p:nvSpPr>
        <p:spPr>
          <a:xfrm>
            <a:off x="4629150" y="1369219"/>
            <a:ext cx="3886200" cy="3263504"/>
          </a:xfrm>
        </p:spPr>
        <p:txBody>
          <a:bodyPr/>
          <a:lstStyle/>
          <a:p>
            <a:pPr lvl="0"/>
            <a:r>
              <a:rPr lang="zh-CN" altLang="en-US"/>
              <a:t>单击此处编辑母版文本样式</a:t>
            </a:r>
            <a:endParaRPr/>
          </a:p>
          <a:p>
            <a:pPr lvl="1"/>
            <a:r>
              <a:rPr lang="zh-CN" altLang="en-US"/>
              <a:t>二级</a:t>
            </a:r>
            <a:endParaRPr/>
          </a:p>
          <a:p>
            <a:pPr lvl="2"/>
            <a:r>
              <a:rPr lang="zh-CN" altLang="en-US"/>
              <a:t>三级</a:t>
            </a:r>
            <a:endParaRPr/>
          </a:p>
          <a:p>
            <a:pPr lvl="3"/>
            <a:r>
              <a:rPr lang="zh-CN" altLang="en-US"/>
              <a:t>四级</a:t>
            </a:r>
            <a:endParaRPr/>
          </a:p>
          <a:p>
            <a:pPr lvl="4"/>
            <a:r>
              <a:rPr lang="zh-CN" altLang="en-US"/>
              <a:t>五级</a:t>
            </a:r>
            <a:endParaRPr/>
          </a:p>
        </p:txBody>
      </p:sp>
      <p:sp>
        <p:nvSpPr>
          <p:cNvPr id="193" name="日期占位符 4"/>
          <p:cNvSpPr>
            <a:spLocks noGrp="1"/>
          </p:cNvSpPr>
          <p:nvPr>
            <p:ph type="dt" sz="half" idx="10"/>
          </p:nvPr>
        </p:nvSpPr>
        <p:spPr/>
        <p:txBody>
          <a:bodyPr/>
          <a:lstStyle/>
          <a:p>
            <a:fld id="{C48EEF1F-60C5-4480-AA09-B9CAD080CFCB}" type="datetimeFigureOut">
              <a:rPr lang="zh-CN" altLang="en-US"/>
              <a:t>2024/11/10</a:t>
            </a:fld>
            <a:endParaRPr lang="zh-CN" altLang="en-US">
              <a:solidFill>
                <a:prstClr val="black">
                  <a:tint val="75000"/>
                </a:prstClr>
              </a:solidFill>
            </a:endParaRPr>
          </a:p>
        </p:txBody>
      </p:sp>
      <p:sp>
        <p:nvSpPr>
          <p:cNvPr id="194"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195" name="灯片编号占位符 6"/>
          <p:cNvSpPr>
            <a:spLocks noGrp="1"/>
          </p:cNvSpPr>
          <p:nvPr>
            <p:ph type="sldNum" sz="quarter" idx="12"/>
          </p:nvPr>
        </p:nvSpPr>
        <p:spPr/>
        <p:txBody>
          <a:bodyPr/>
          <a:lstStyle/>
          <a:p>
            <a:fld id="{CE81C536-FA53-469F-808A-DDE11F90DD03}" type="slidenum">
              <a:rPr/>
              <a:t>‹#›</a:t>
            </a:fld>
            <a:endParaRPr lang="zh-CN" altLang="en-US">
              <a:solidFill>
                <a:prstClr val="black">
                  <a:tint val="75000"/>
                </a:prstClr>
              </a:solidFil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cSld name="比较">
    <p:spTree>
      <p:nvGrpSpPr>
        <p:cNvPr id="1" name=""/>
        <p:cNvGrpSpPr/>
        <p:nvPr/>
      </p:nvGrpSpPr>
      <p:grpSpPr>
        <a:xfrm>
          <a:off x="0" y="0"/>
          <a:ext cx="0" cy="0"/>
          <a:chOff x="0" y="0"/>
          <a:chExt cx="0" cy="0"/>
        </a:xfrm>
      </p:grpSpPr>
      <p:sp>
        <p:nvSpPr>
          <p:cNvPr id="197" name="标题 1"/>
          <p:cNvSpPr>
            <a:spLocks noGrp="1"/>
          </p:cNvSpPr>
          <p:nvPr>
            <p:ph type="title"/>
          </p:nvPr>
        </p:nvSpPr>
        <p:spPr>
          <a:xfrm>
            <a:off x="629841" y="273844"/>
            <a:ext cx="7886700" cy="994172"/>
          </a:xfrm>
        </p:spPr>
        <p:txBody>
          <a:bodyPr/>
          <a:lstStyle/>
          <a:p>
            <a:r>
              <a:rPr lang="zh-CN" altLang="en-US"/>
              <a:t>单击此处编辑母版标题样式</a:t>
            </a:r>
            <a:endParaRPr/>
          </a:p>
        </p:txBody>
      </p:sp>
      <p:sp>
        <p:nvSpPr>
          <p:cNvPr id="198" name="文本占位符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a:p>
        </p:txBody>
      </p:sp>
      <p:sp>
        <p:nvSpPr>
          <p:cNvPr id="199" name="内容占位符 3"/>
          <p:cNvSpPr>
            <a:spLocks noGrp="1"/>
          </p:cNvSpPr>
          <p:nvPr>
            <p:ph sz="half" idx="2"/>
          </p:nvPr>
        </p:nvSpPr>
        <p:spPr>
          <a:xfrm>
            <a:off x="629842" y="1878806"/>
            <a:ext cx="3868340" cy="2763441"/>
          </a:xfrm>
        </p:spPr>
        <p:txBody>
          <a:bodyPr/>
          <a:lstStyle/>
          <a:p>
            <a:pPr lvl="0"/>
            <a:r>
              <a:rPr lang="zh-CN" altLang="en-US"/>
              <a:t>单击此处编辑母版文本样式</a:t>
            </a:r>
            <a:endParaRPr/>
          </a:p>
          <a:p>
            <a:pPr lvl="1"/>
            <a:r>
              <a:rPr lang="zh-CN" altLang="en-US"/>
              <a:t>二级</a:t>
            </a:r>
            <a:endParaRPr/>
          </a:p>
          <a:p>
            <a:pPr lvl="2"/>
            <a:r>
              <a:rPr lang="zh-CN" altLang="en-US"/>
              <a:t>三级</a:t>
            </a:r>
            <a:endParaRPr/>
          </a:p>
          <a:p>
            <a:pPr lvl="3"/>
            <a:r>
              <a:rPr lang="zh-CN" altLang="en-US"/>
              <a:t>四级</a:t>
            </a:r>
            <a:endParaRPr/>
          </a:p>
          <a:p>
            <a:pPr lvl="4"/>
            <a:r>
              <a:rPr lang="zh-CN" altLang="en-US"/>
              <a:t>五级</a:t>
            </a:r>
            <a:endParaRPr/>
          </a:p>
        </p:txBody>
      </p:sp>
      <p:sp>
        <p:nvSpPr>
          <p:cNvPr id="200" name="文本占位符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a:p>
        </p:txBody>
      </p:sp>
      <p:sp>
        <p:nvSpPr>
          <p:cNvPr id="201" name="内容占位符 5"/>
          <p:cNvSpPr>
            <a:spLocks noGrp="1"/>
          </p:cNvSpPr>
          <p:nvPr>
            <p:ph sz="quarter" idx="4"/>
          </p:nvPr>
        </p:nvSpPr>
        <p:spPr>
          <a:xfrm>
            <a:off x="4629150" y="1878806"/>
            <a:ext cx="3887391" cy="2763441"/>
          </a:xfrm>
        </p:spPr>
        <p:txBody>
          <a:bodyPr/>
          <a:lstStyle/>
          <a:p>
            <a:pPr lvl="0"/>
            <a:r>
              <a:rPr lang="zh-CN" altLang="en-US"/>
              <a:t>单击此处编辑母版文本样式</a:t>
            </a:r>
            <a:endParaRPr/>
          </a:p>
          <a:p>
            <a:pPr lvl="1"/>
            <a:r>
              <a:rPr lang="zh-CN" altLang="en-US"/>
              <a:t>二级</a:t>
            </a:r>
            <a:endParaRPr/>
          </a:p>
          <a:p>
            <a:pPr lvl="2"/>
            <a:r>
              <a:rPr lang="zh-CN" altLang="en-US"/>
              <a:t>三级</a:t>
            </a:r>
            <a:endParaRPr/>
          </a:p>
          <a:p>
            <a:pPr lvl="3"/>
            <a:r>
              <a:rPr lang="zh-CN" altLang="en-US"/>
              <a:t>四级</a:t>
            </a:r>
            <a:endParaRPr/>
          </a:p>
          <a:p>
            <a:pPr lvl="4"/>
            <a:r>
              <a:rPr lang="zh-CN" altLang="en-US"/>
              <a:t>五级</a:t>
            </a:r>
            <a:endParaRPr/>
          </a:p>
        </p:txBody>
      </p:sp>
      <p:sp>
        <p:nvSpPr>
          <p:cNvPr id="202" name="日期占位符 6"/>
          <p:cNvSpPr>
            <a:spLocks noGrp="1"/>
          </p:cNvSpPr>
          <p:nvPr>
            <p:ph type="dt" sz="half" idx="10"/>
          </p:nvPr>
        </p:nvSpPr>
        <p:spPr/>
        <p:txBody>
          <a:bodyPr/>
          <a:lstStyle/>
          <a:p>
            <a:fld id="{C48EEF1F-60C5-4480-AA09-B9CAD080CFCB}" type="datetimeFigureOut">
              <a:rPr lang="zh-CN" altLang="en-US"/>
              <a:t>2024/11/10</a:t>
            </a:fld>
            <a:endParaRPr lang="zh-CN" altLang="en-US">
              <a:solidFill>
                <a:prstClr val="black">
                  <a:tint val="75000"/>
                </a:prstClr>
              </a:solidFill>
            </a:endParaRPr>
          </a:p>
        </p:txBody>
      </p:sp>
      <p:sp>
        <p:nvSpPr>
          <p:cNvPr id="203"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204" name="灯片编号占位符 8"/>
          <p:cNvSpPr>
            <a:spLocks noGrp="1"/>
          </p:cNvSpPr>
          <p:nvPr>
            <p:ph type="sldNum" sz="quarter" idx="12"/>
          </p:nvPr>
        </p:nvSpPr>
        <p:spPr/>
        <p:txBody>
          <a:bodyPr/>
          <a:lstStyle/>
          <a:p>
            <a:fld id="{CE81C536-FA53-469F-808A-DDE11F90DD03}" type="slidenum">
              <a:rPr/>
              <a:t>‹#›</a:t>
            </a:fld>
            <a:endParaRPr lang="zh-CN" altLang="en-US">
              <a:solidFill>
                <a:prstClr val="black">
                  <a:tint val="75000"/>
                </a:prstClr>
              </a:solidFil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06" name="标题 1"/>
          <p:cNvSpPr>
            <a:spLocks noGrp="1"/>
          </p:cNvSpPr>
          <p:nvPr>
            <p:ph type="title"/>
          </p:nvPr>
        </p:nvSpPr>
        <p:spPr/>
        <p:txBody>
          <a:bodyPr/>
          <a:lstStyle/>
          <a:p>
            <a:r>
              <a:rPr lang="zh-CN" altLang="en-US"/>
              <a:t>单击此处编辑母版标题样式</a:t>
            </a:r>
            <a:endParaRPr/>
          </a:p>
        </p:txBody>
      </p:sp>
      <p:sp>
        <p:nvSpPr>
          <p:cNvPr id="207" name="日期占位符 2"/>
          <p:cNvSpPr>
            <a:spLocks noGrp="1"/>
          </p:cNvSpPr>
          <p:nvPr>
            <p:ph type="dt" sz="half" idx="10"/>
          </p:nvPr>
        </p:nvSpPr>
        <p:spPr/>
        <p:txBody>
          <a:bodyPr/>
          <a:lstStyle/>
          <a:p>
            <a:fld id="{C48EEF1F-60C5-4480-AA09-B9CAD080CFCB}" type="datetimeFigureOut">
              <a:rPr lang="zh-CN" altLang="en-US"/>
              <a:t>2024/11/10</a:t>
            </a:fld>
            <a:endParaRPr lang="zh-CN" altLang="en-US">
              <a:solidFill>
                <a:prstClr val="black">
                  <a:tint val="75000"/>
                </a:prstClr>
              </a:solidFill>
            </a:endParaRPr>
          </a:p>
        </p:txBody>
      </p:sp>
      <p:sp>
        <p:nvSpPr>
          <p:cNvPr id="208"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209" name="灯片编号占位符 4"/>
          <p:cNvSpPr>
            <a:spLocks noGrp="1"/>
          </p:cNvSpPr>
          <p:nvPr>
            <p:ph type="sldNum" sz="quarter" idx="12"/>
          </p:nvPr>
        </p:nvSpPr>
        <p:spPr/>
        <p:txBody>
          <a:bodyPr/>
          <a:lstStyle/>
          <a:p>
            <a:fld id="{CE81C536-FA53-469F-808A-DDE11F90DD03}" type="slidenum">
              <a:rPr/>
              <a:t>‹#›</a:t>
            </a:fld>
            <a:endParaRPr lang="zh-CN" altLang="en-US">
              <a:solidFill>
                <a:prstClr val="black">
                  <a:tint val="75000"/>
                </a:prstClr>
              </a:solidFil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11" name="日期占位符 1"/>
          <p:cNvSpPr>
            <a:spLocks noGrp="1"/>
          </p:cNvSpPr>
          <p:nvPr>
            <p:ph type="dt" sz="half" idx="10"/>
          </p:nvPr>
        </p:nvSpPr>
        <p:spPr/>
        <p:txBody>
          <a:bodyPr/>
          <a:lstStyle/>
          <a:p>
            <a:fld id="{C48EEF1F-60C5-4480-AA09-B9CAD080CFCB}" type="datetimeFigureOut">
              <a:rPr lang="zh-CN" altLang="en-US"/>
              <a:t>2024/11/10</a:t>
            </a:fld>
            <a:endParaRPr lang="zh-CN" altLang="en-US">
              <a:solidFill>
                <a:prstClr val="black">
                  <a:tint val="75000"/>
                </a:prstClr>
              </a:solidFill>
            </a:endParaRPr>
          </a:p>
        </p:txBody>
      </p:sp>
      <p:sp>
        <p:nvSpPr>
          <p:cNvPr id="212"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213" name="灯片编号占位符 3"/>
          <p:cNvSpPr>
            <a:spLocks noGrp="1"/>
          </p:cNvSpPr>
          <p:nvPr>
            <p:ph type="sldNum" sz="quarter" idx="12"/>
          </p:nvPr>
        </p:nvSpPr>
        <p:spPr/>
        <p:txBody>
          <a:bodyPr/>
          <a:lstStyle/>
          <a:p>
            <a:fld id="{CE81C536-FA53-469F-808A-DDE11F90DD03}" type="slidenum">
              <a:rPr/>
              <a:t>‹#›</a:t>
            </a:fld>
            <a:endParaRPr lang="zh-CN" altLang="en-US">
              <a:solidFill>
                <a:prstClr val="black">
                  <a:tint val="75000"/>
                </a:prstClr>
              </a:solidFil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cSld name="内容与标题">
    <p:spTree>
      <p:nvGrpSpPr>
        <p:cNvPr id="1" name=""/>
        <p:cNvGrpSpPr/>
        <p:nvPr/>
      </p:nvGrpSpPr>
      <p:grpSpPr>
        <a:xfrm>
          <a:off x="0" y="0"/>
          <a:ext cx="0" cy="0"/>
          <a:chOff x="0" y="0"/>
          <a:chExt cx="0" cy="0"/>
        </a:xfrm>
      </p:grpSpPr>
      <p:sp>
        <p:nvSpPr>
          <p:cNvPr id="215" name="标题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endParaRPr/>
          </a:p>
        </p:txBody>
      </p:sp>
      <p:sp>
        <p:nvSpPr>
          <p:cNvPr id="216" name="内容占位符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a:p>
          <a:p>
            <a:pPr lvl="1"/>
            <a:r>
              <a:rPr lang="zh-CN" altLang="en-US"/>
              <a:t>二级</a:t>
            </a:r>
            <a:endParaRPr/>
          </a:p>
          <a:p>
            <a:pPr lvl="2"/>
            <a:r>
              <a:rPr lang="zh-CN" altLang="en-US"/>
              <a:t>三级</a:t>
            </a:r>
            <a:endParaRPr/>
          </a:p>
          <a:p>
            <a:pPr lvl="3"/>
            <a:r>
              <a:rPr lang="zh-CN" altLang="en-US"/>
              <a:t>四级</a:t>
            </a:r>
            <a:endParaRPr/>
          </a:p>
          <a:p>
            <a:pPr lvl="4"/>
            <a:r>
              <a:rPr lang="zh-CN" altLang="en-US"/>
              <a:t>五级</a:t>
            </a:r>
            <a:endParaRPr/>
          </a:p>
        </p:txBody>
      </p:sp>
      <p:sp>
        <p:nvSpPr>
          <p:cNvPr id="217" name="文本占位符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endParaRPr/>
          </a:p>
        </p:txBody>
      </p:sp>
      <p:sp>
        <p:nvSpPr>
          <p:cNvPr id="218" name="日期占位符 4"/>
          <p:cNvSpPr>
            <a:spLocks noGrp="1"/>
          </p:cNvSpPr>
          <p:nvPr>
            <p:ph type="dt" sz="half" idx="10"/>
          </p:nvPr>
        </p:nvSpPr>
        <p:spPr/>
        <p:txBody>
          <a:bodyPr/>
          <a:lstStyle/>
          <a:p>
            <a:fld id="{C48EEF1F-60C5-4480-AA09-B9CAD080CFCB}" type="datetimeFigureOut">
              <a:rPr lang="zh-CN" altLang="en-US"/>
              <a:t>2024/11/10</a:t>
            </a:fld>
            <a:endParaRPr lang="zh-CN" altLang="en-US">
              <a:solidFill>
                <a:prstClr val="black">
                  <a:tint val="75000"/>
                </a:prstClr>
              </a:solidFill>
            </a:endParaRPr>
          </a:p>
        </p:txBody>
      </p:sp>
      <p:sp>
        <p:nvSpPr>
          <p:cNvPr id="219"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220" name="灯片编号占位符 6"/>
          <p:cNvSpPr>
            <a:spLocks noGrp="1"/>
          </p:cNvSpPr>
          <p:nvPr>
            <p:ph type="sldNum" sz="quarter" idx="12"/>
          </p:nvPr>
        </p:nvSpPr>
        <p:spPr/>
        <p:txBody>
          <a:bodyPr/>
          <a:lstStyle/>
          <a:p>
            <a:fld id="{CE81C536-FA53-469F-808A-DDE11F90DD03}" type="slidenum">
              <a:rPr/>
              <a:t>‹#›</a:t>
            </a:fld>
            <a:endParaRPr lang="zh-CN" altLang="en-US">
              <a:solidFill>
                <a:prstClr val="black">
                  <a:tint val="75000"/>
                </a:prstClr>
              </a:solidFil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cSld name="图片与标题">
    <p:spTree>
      <p:nvGrpSpPr>
        <p:cNvPr id="1" name=""/>
        <p:cNvGrpSpPr/>
        <p:nvPr/>
      </p:nvGrpSpPr>
      <p:grpSpPr>
        <a:xfrm>
          <a:off x="0" y="0"/>
          <a:ext cx="0" cy="0"/>
          <a:chOff x="0" y="0"/>
          <a:chExt cx="0" cy="0"/>
        </a:xfrm>
      </p:grpSpPr>
      <p:sp>
        <p:nvSpPr>
          <p:cNvPr id="222" name="标题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endParaRPr/>
          </a:p>
        </p:txBody>
      </p:sp>
      <p:sp>
        <p:nvSpPr>
          <p:cNvPr id="223" name="图片占位符 2"/>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224" name="文本占位符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endParaRPr/>
          </a:p>
        </p:txBody>
      </p:sp>
      <p:sp>
        <p:nvSpPr>
          <p:cNvPr id="225" name="日期占位符 4"/>
          <p:cNvSpPr>
            <a:spLocks noGrp="1"/>
          </p:cNvSpPr>
          <p:nvPr>
            <p:ph type="dt" sz="half" idx="10"/>
          </p:nvPr>
        </p:nvSpPr>
        <p:spPr/>
        <p:txBody>
          <a:bodyPr/>
          <a:lstStyle/>
          <a:p>
            <a:fld id="{C48EEF1F-60C5-4480-AA09-B9CAD080CFCB}" type="datetimeFigureOut">
              <a:rPr lang="zh-CN" altLang="en-US"/>
              <a:t>2024/11/10</a:t>
            </a:fld>
            <a:endParaRPr lang="zh-CN" altLang="en-US">
              <a:solidFill>
                <a:prstClr val="black">
                  <a:tint val="75000"/>
                </a:prstClr>
              </a:solidFill>
            </a:endParaRPr>
          </a:p>
        </p:txBody>
      </p:sp>
      <p:sp>
        <p:nvSpPr>
          <p:cNvPr id="22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227" name="灯片编号占位符 6"/>
          <p:cNvSpPr>
            <a:spLocks noGrp="1"/>
          </p:cNvSpPr>
          <p:nvPr>
            <p:ph type="sldNum" sz="quarter" idx="12"/>
          </p:nvPr>
        </p:nvSpPr>
        <p:spPr/>
        <p:txBody>
          <a:bodyPr/>
          <a:lstStyle/>
          <a:p>
            <a:fld id="{CE81C536-FA53-469F-808A-DDE11F90DD03}" type="slidenum">
              <a:rPr/>
              <a:t>‹#›</a:t>
            </a:fld>
            <a:endParaRPr lang="zh-CN" altLang="en-US">
              <a:solidFill>
                <a:prstClr val="black">
                  <a:tint val="75000"/>
                </a:prstClr>
              </a:solidFil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cSld name="标题和竖排文字">
    <p:spTree>
      <p:nvGrpSpPr>
        <p:cNvPr id="1" name=""/>
        <p:cNvGrpSpPr/>
        <p:nvPr/>
      </p:nvGrpSpPr>
      <p:grpSpPr>
        <a:xfrm>
          <a:off x="0" y="0"/>
          <a:ext cx="0" cy="0"/>
          <a:chOff x="0" y="0"/>
          <a:chExt cx="0" cy="0"/>
        </a:xfrm>
      </p:grpSpPr>
      <p:sp>
        <p:nvSpPr>
          <p:cNvPr id="229" name="标题 1"/>
          <p:cNvSpPr>
            <a:spLocks noGrp="1"/>
          </p:cNvSpPr>
          <p:nvPr>
            <p:ph type="title"/>
          </p:nvPr>
        </p:nvSpPr>
        <p:spPr/>
        <p:txBody>
          <a:bodyPr/>
          <a:lstStyle/>
          <a:p>
            <a:r>
              <a:rPr lang="zh-CN" altLang="en-US"/>
              <a:t>单击此处编辑母版标题样式</a:t>
            </a:r>
            <a:endParaRPr/>
          </a:p>
        </p:txBody>
      </p:sp>
      <p:sp>
        <p:nvSpPr>
          <p:cNvPr id="230" name="竖排文字占位符 2"/>
          <p:cNvSpPr>
            <a:spLocks noGrp="1"/>
          </p:cNvSpPr>
          <p:nvPr>
            <p:ph type="body" orient="vert" idx="1"/>
          </p:nvPr>
        </p:nvSpPr>
        <p:spPr/>
        <p:txBody>
          <a:bodyPr vert="eaVert"/>
          <a:lstStyle/>
          <a:p>
            <a:pPr lvl="0"/>
            <a:r>
              <a:rPr lang="zh-CN" altLang="en-US"/>
              <a:t>单击此处编辑母版文本样式</a:t>
            </a:r>
            <a:endParaRPr/>
          </a:p>
          <a:p>
            <a:pPr lvl="1"/>
            <a:r>
              <a:rPr lang="zh-CN" altLang="en-US"/>
              <a:t>二级</a:t>
            </a:r>
            <a:endParaRPr/>
          </a:p>
          <a:p>
            <a:pPr lvl="2"/>
            <a:r>
              <a:rPr lang="zh-CN" altLang="en-US"/>
              <a:t>三级</a:t>
            </a:r>
            <a:endParaRPr/>
          </a:p>
          <a:p>
            <a:pPr lvl="3"/>
            <a:r>
              <a:rPr lang="zh-CN" altLang="en-US"/>
              <a:t>四级</a:t>
            </a:r>
            <a:endParaRPr/>
          </a:p>
          <a:p>
            <a:pPr lvl="4"/>
            <a:r>
              <a:rPr lang="zh-CN" altLang="en-US"/>
              <a:t>五级</a:t>
            </a:r>
            <a:endParaRPr/>
          </a:p>
        </p:txBody>
      </p:sp>
      <p:sp>
        <p:nvSpPr>
          <p:cNvPr id="231" name="日期占位符 3"/>
          <p:cNvSpPr>
            <a:spLocks noGrp="1"/>
          </p:cNvSpPr>
          <p:nvPr>
            <p:ph type="dt" sz="half" idx="10"/>
          </p:nvPr>
        </p:nvSpPr>
        <p:spPr/>
        <p:txBody>
          <a:bodyPr/>
          <a:lstStyle/>
          <a:p>
            <a:fld id="{C48EEF1F-60C5-4480-AA09-B9CAD080CFCB}" type="datetimeFigureOut">
              <a:rPr lang="zh-CN" altLang="en-US"/>
              <a:t>2024/11/10</a:t>
            </a:fld>
            <a:endParaRPr lang="zh-CN" altLang="en-US">
              <a:solidFill>
                <a:prstClr val="black">
                  <a:tint val="75000"/>
                </a:prstClr>
              </a:solidFill>
            </a:endParaRPr>
          </a:p>
        </p:txBody>
      </p:sp>
      <p:sp>
        <p:nvSpPr>
          <p:cNvPr id="232"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233" name="灯片编号占位符 5"/>
          <p:cNvSpPr>
            <a:spLocks noGrp="1"/>
          </p:cNvSpPr>
          <p:nvPr>
            <p:ph type="sldNum" sz="quarter" idx="12"/>
          </p:nvPr>
        </p:nvSpPr>
        <p:spPr/>
        <p:txBody>
          <a:bodyPr/>
          <a:lstStyle/>
          <a:p>
            <a:fld id="{CE81C536-FA53-469F-808A-DDE11F90DD03}" type="slidenum">
              <a:rPr/>
              <a:t>‹#›</a:t>
            </a:fld>
            <a:endParaRPr lang="zh-CN" altLang="en-US">
              <a:solidFill>
                <a:prstClr val="black">
                  <a:tint val="75000"/>
                </a:prstClr>
              </a:solidFil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cSld name="竖排标题与文本">
    <p:spTree>
      <p:nvGrpSpPr>
        <p:cNvPr id="1" name=""/>
        <p:cNvGrpSpPr/>
        <p:nvPr/>
      </p:nvGrpSpPr>
      <p:grpSpPr>
        <a:xfrm>
          <a:off x="0" y="0"/>
          <a:ext cx="0" cy="0"/>
          <a:chOff x="0" y="0"/>
          <a:chExt cx="0" cy="0"/>
        </a:xfrm>
      </p:grpSpPr>
      <p:sp>
        <p:nvSpPr>
          <p:cNvPr id="176" name="竖排标题 1"/>
          <p:cNvSpPr>
            <a:spLocks noGrp="1"/>
          </p:cNvSpPr>
          <p:nvPr>
            <p:ph type="title" orient="vert"/>
          </p:nvPr>
        </p:nvSpPr>
        <p:spPr>
          <a:xfrm>
            <a:off x="6543675" y="273844"/>
            <a:ext cx="1971675" cy="4358879"/>
          </a:xfrm>
        </p:spPr>
        <p:txBody>
          <a:bodyPr vert="eaVert"/>
          <a:lstStyle/>
          <a:p>
            <a:r>
              <a:rPr lang="zh-CN" altLang="en-US"/>
              <a:t>单击此处编辑母版标题样式</a:t>
            </a:r>
            <a:endParaRPr/>
          </a:p>
        </p:txBody>
      </p:sp>
      <p:sp>
        <p:nvSpPr>
          <p:cNvPr id="177" name="竖排文字占位符 2"/>
          <p:cNvSpPr>
            <a:spLocks noGrp="1"/>
          </p:cNvSpPr>
          <p:nvPr>
            <p:ph type="body" orient="vert" idx="1"/>
          </p:nvPr>
        </p:nvSpPr>
        <p:spPr>
          <a:xfrm>
            <a:off x="628650" y="273844"/>
            <a:ext cx="5800725" cy="4358879"/>
          </a:xfrm>
        </p:spPr>
        <p:txBody>
          <a:bodyPr vert="eaVert"/>
          <a:lstStyle/>
          <a:p>
            <a:pPr lvl="0"/>
            <a:r>
              <a:rPr lang="zh-CN" altLang="en-US"/>
              <a:t>单击此处编辑母版文本样式</a:t>
            </a:r>
            <a:endParaRPr/>
          </a:p>
          <a:p>
            <a:pPr lvl="1"/>
            <a:r>
              <a:rPr lang="zh-CN" altLang="en-US"/>
              <a:t>二级</a:t>
            </a:r>
            <a:endParaRPr/>
          </a:p>
          <a:p>
            <a:pPr lvl="2"/>
            <a:r>
              <a:rPr lang="zh-CN" altLang="en-US"/>
              <a:t>三级</a:t>
            </a:r>
            <a:endParaRPr/>
          </a:p>
          <a:p>
            <a:pPr lvl="3"/>
            <a:r>
              <a:rPr lang="zh-CN" altLang="en-US"/>
              <a:t>四级</a:t>
            </a:r>
            <a:endParaRPr/>
          </a:p>
          <a:p>
            <a:pPr lvl="4"/>
            <a:r>
              <a:rPr lang="zh-CN" altLang="en-US"/>
              <a:t>五级</a:t>
            </a:r>
            <a:endParaRPr/>
          </a:p>
        </p:txBody>
      </p:sp>
      <p:sp>
        <p:nvSpPr>
          <p:cNvPr id="178" name="日期占位符 3"/>
          <p:cNvSpPr>
            <a:spLocks noGrp="1"/>
          </p:cNvSpPr>
          <p:nvPr>
            <p:ph type="dt" sz="half" idx="10"/>
          </p:nvPr>
        </p:nvSpPr>
        <p:spPr/>
        <p:txBody>
          <a:bodyPr/>
          <a:lstStyle/>
          <a:p>
            <a:fld id="{C48EEF1F-60C5-4480-AA09-B9CAD080CFCB}" type="datetimeFigureOut">
              <a:rPr lang="zh-CN" altLang="en-US"/>
              <a:t>2024/11/10</a:t>
            </a:fld>
            <a:endParaRPr lang="zh-CN" altLang="en-US">
              <a:solidFill>
                <a:prstClr val="black">
                  <a:tint val="75000"/>
                </a:prstClr>
              </a:solidFill>
            </a:endParaRPr>
          </a:p>
        </p:txBody>
      </p:sp>
      <p:sp>
        <p:nvSpPr>
          <p:cNvPr id="179"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180" name="灯片编号占位符 5"/>
          <p:cNvSpPr>
            <a:spLocks noGrp="1"/>
          </p:cNvSpPr>
          <p:nvPr>
            <p:ph type="sldNum" sz="quarter" idx="12"/>
          </p:nvPr>
        </p:nvSpPr>
        <p:spPr/>
        <p:txBody>
          <a:bodyPr/>
          <a:lstStyle/>
          <a:p>
            <a:fld id="{CE81C536-FA53-469F-808A-DDE11F90DD03}" type="slidenum">
              <a:rPr/>
              <a:t>‹#›</a:t>
            </a:fld>
            <a:endParaRPr lang="zh-CN" altLang="en-US">
              <a:solidFill>
                <a:prstClr val="black">
                  <a:tint val="75000"/>
                </a:prstClr>
              </a:solidFil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空白页">
    <p:spTree>
      <p:nvGrpSpPr>
        <p:cNvPr id="1" name=""/>
        <p:cNvGrpSpPr/>
        <p:nvPr/>
      </p:nvGrpSpPr>
      <p:grpSpPr>
        <a:xfrm>
          <a:off x="0" y="0"/>
          <a:ext cx="0" cy="0"/>
          <a:chOff x="0" y="0"/>
          <a:chExt cx="0" cy="0"/>
        </a:xfrm>
      </p:grpSpPr>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1_标题和内容">
    <p:spTree>
      <p:nvGrpSpPr>
        <p:cNvPr id="1" name=""/>
        <p:cNvGrpSpPr/>
        <p:nvPr/>
      </p:nvGrpSpPr>
      <p:grpSpPr>
        <a:xfrm>
          <a:off x="0" y="0"/>
          <a:ext cx="0" cy="0"/>
          <a:chOff x="0" y="0"/>
          <a:chExt cx="0" cy="0"/>
        </a:xfrm>
      </p:grpSpPr>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标题幻灯片">
    <p:spTree>
      <p:nvGrpSpPr>
        <p:cNvPr id="1" name=""/>
        <p:cNvGrpSpPr/>
        <p:nvPr/>
      </p:nvGrpSpPr>
      <p:grpSpPr>
        <a:xfrm>
          <a:off x="0" y="0"/>
          <a:ext cx="0" cy="0"/>
          <a:chOff x="0" y="0"/>
          <a:chExt cx="0" cy="0"/>
        </a:xfrm>
      </p:grpSpPr>
      <p:sp>
        <p:nvSpPr>
          <p:cNvPr id="235" name="标题 1"/>
          <p:cNvSpPr>
            <a:spLocks noGrp="1"/>
          </p:cNvSpPr>
          <p:nvPr>
            <p:ph type="ctrTitle"/>
          </p:nvPr>
        </p:nvSpPr>
        <p:spPr>
          <a:xfrm>
            <a:off x="1143000" y="841772"/>
            <a:ext cx="6858000" cy="1790700"/>
          </a:xfrm>
        </p:spPr>
        <p:txBody>
          <a:bodyPr anchor="b"/>
          <a:lstStyle>
            <a:lvl1pPr lvl="0" algn="ctr">
              <a:defRPr sz="6000"/>
            </a:lvl1pPr>
          </a:lstStyle>
          <a:p>
            <a:r>
              <a:rPr lang="zh-CN"/>
              <a:t>单击此处编辑母版标题样式</a:t>
            </a:r>
            <a:endParaRPr/>
          </a:p>
        </p:txBody>
      </p:sp>
      <p:sp>
        <p:nvSpPr>
          <p:cNvPr id="236" name="副标题 2"/>
          <p:cNvSpPr>
            <a:spLocks noGrp="1"/>
          </p:cNvSpPr>
          <p:nvPr>
            <p:ph type="subTitle" idx="1"/>
          </p:nvPr>
        </p:nvSpPr>
        <p:spPr>
          <a:xfrm>
            <a:off x="1143000" y="2701528"/>
            <a:ext cx="6858000" cy="1241821"/>
          </a:xfrm>
        </p:spPr>
        <p:txBody>
          <a:bodyPr/>
          <a:lstStyle>
            <a:lvl1pPr marL="0" lvl="0" indent="0" algn="ctr">
              <a:buNone/>
              <a:defRPr sz="2400"/>
            </a:lvl1pPr>
            <a:lvl2pPr marL="342900" lvl="1" indent="0" algn="ctr">
              <a:buNone/>
              <a:defRPr sz="2000"/>
            </a:lvl2pPr>
            <a:lvl3pPr marL="685800" lvl="2" indent="0" algn="ctr">
              <a:buNone/>
              <a:defRPr sz="1800"/>
            </a:lvl3pPr>
            <a:lvl4pPr marL="1028700" lvl="3" indent="0" algn="ctr">
              <a:buNone/>
              <a:defRPr sz="1600"/>
            </a:lvl4pPr>
            <a:lvl5pPr marL="1371600" lvl="4" indent="0" algn="ctr">
              <a:buNone/>
              <a:defRPr sz="1600"/>
            </a:lvl5pPr>
            <a:lvl6pPr marL="1714500" lvl="5" indent="0" algn="ctr">
              <a:buNone/>
              <a:defRPr sz="1600"/>
            </a:lvl6pPr>
            <a:lvl7pPr marL="2057400" lvl="6" indent="0" algn="ctr">
              <a:buNone/>
              <a:defRPr sz="1600"/>
            </a:lvl7pPr>
            <a:lvl8pPr marL="2400300" lvl="7" indent="0" algn="ctr">
              <a:buNone/>
              <a:defRPr sz="1600"/>
            </a:lvl8pPr>
            <a:lvl9pPr marL="2743200" lvl="8" indent="0" algn="ctr">
              <a:buNone/>
              <a:defRPr sz="1600"/>
            </a:lvl9pPr>
          </a:lstStyle>
          <a:p>
            <a:r>
              <a:rPr lang="zh-CN"/>
              <a:t>单击此处编辑母版副标题样式</a:t>
            </a:r>
            <a:endParaRPr/>
          </a:p>
        </p:txBody>
      </p:sp>
      <p:sp>
        <p:nvSpPr>
          <p:cNvPr id="237" name="日期占位符 3"/>
          <p:cNvSpPr>
            <a:spLocks noGrp="1"/>
          </p:cNvSpPr>
          <p:nvPr>
            <p:ph type="dt" idx="10"/>
          </p:nvPr>
        </p:nvSpPr>
        <p:spPr/>
        <p:txBody>
          <a:bodyPr/>
          <a:lstStyle/>
          <a:p>
            <a:fld id="{7E157FC6-7561-4DC5-BC22-C9AF3F80AD0E}" type="datetime1">
              <a:rPr lang="zh-CN" altLang="en-US"/>
              <a:t>2024/11/10</a:t>
            </a:fld>
            <a:endParaRPr lang="zh-CN"/>
          </a:p>
        </p:txBody>
      </p:sp>
      <p:sp>
        <p:nvSpPr>
          <p:cNvPr id="238" name="页脚占位符 4"/>
          <p:cNvSpPr>
            <a:spLocks noGrp="1"/>
          </p:cNvSpPr>
          <p:nvPr>
            <p:ph type="ftr" idx="11"/>
          </p:nvPr>
        </p:nvSpPr>
        <p:spPr/>
        <p:txBody>
          <a:bodyPr/>
          <a:lstStyle/>
          <a:p>
            <a:endParaRPr lang="zh-CN"/>
          </a:p>
        </p:txBody>
      </p:sp>
      <p:sp>
        <p:nvSpPr>
          <p:cNvPr id="239" name="灯片编号占位符 5"/>
          <p:cNvSpPr>
            <a:spLocks noGrp="1"/>
          </p:cNvSpPr>
          <p:nvPr>
            <p:ph type="sldNum" idx="12"/>
          </p:nvPr>
        </p:nvSpPr>
        <p:spPr/>
        <p:txBody>
          <a:bodyPr/>
          <a:lstStyle/>
          <a:p>
            <a:fld id="{F866325B-A453-48E0-B986-40E89C62C069}" type="slidenum">
              <a:rPr/>
              <a:t>‹#›</a:t>
            </a:fld>
            <a:endParaRPr 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25"/>
          <a:srcRect/>
          <a:tile tx="0" ty="0" sx="100000" sy="100000" flip="none" algn="tl"/>
        </a:blipFill>
        <a:effectLst/>
      </p:bgPr>
    </p:bg>
    <p:spTree>
      <p:nvGrpSpPr>
        <p:cNvPr id="1" name=""/>
        <p:cNvGrpSpPr/>
        <p:nvPr/>
      </p:nvGrpSpPr>
      <p:grpSpPr>
        <a:xfrm>
          <a:off x="0" y="0"/>
          <a:ext cx="0" cy="0"/>
          <a:chOff x="0" y="0"/>
          <a:chExt cx="0" cy="0"/>
        </a:xfrm>
      </p:grpSpPr>
      <p:sp>
        <p:nvSpPr>
          <p:cNvPr id="2" name="标题文本"/>
          <p:cNvSpPr txBox="1">
            <a:spLocks noGrp="1"/>
          </p:cNvSpPr>
          <p:nvPr>
            <p:ph type="title"/>
          </p:nvPr>
        </p:nvSpPr>
        <p:spPr>
          <a:xfrm>
            <a:off x="457200" y="205978"/>
            <a:ext cx="8229600" cy="857251"/>
          </a:xfrm>
          <a:prstGeom prst="rect">
            <a:avLst/>
          </a:prstGeom>
          <a:ln w="12700">
            <a:miter lim="400000"/>
          </a:ln>
          <a:extLst>
            <a:ext uri="{C572A759-6A51-4108-AA02-DFA0A04FC94B}"/>
          </a:extLst>
        </p:spPr>
        <p:txBody>
          <a:bodyPr lIns="45719" rIns="45719">
            <a:normAutofit/>
          </a:bodyPr>
          <a:lstStyle/>
          <a:p>
            <a:r>
              <a:t>标题文本</a:t>
            </a:r>
          </a:p>
        </p:txBody>
      </p:sp>
      <p:sp>
        <p:nvSpPr>
          <p:cNvPr id="3" name="正文级别 1…"/>
          <p:cNvSpPr txBox="1">
            <a:spLocks noGrp="1"/>
          </p:cNvSpPr>
          <p:nvPr>
            <p:ph type="body" idx="1"/>
          </p:nvPr>
        </p:nvSpPr>
        <p:spPr>
          <a:xfrm>
            <a:off x="457200" y="1200150"/>
            <a:ext cx="8229600" cy="3394473"/>
          </a:xfrm>
          <a:prstGeom prst="rect">
            <a:avLst/>
          </a:prstGeom>
          <a:ln w="12700">
            <a:miter lim="400000"/>
          </a:ln>
          <a:extLst>
            <a:ext uri="{C572A759-6A51-4108-AA02-DFA0A04FC94B}"/>
          </a:extLst>
        </p:spPr>
        <p:txBody>
          <a:bodyPr lIns="45719" rIns="45719">
            <a:normAutofit/>
          </a:bodyPr>
          <a:lstStyle/>
          <a:p>
            <a:r>
              <a:t>正文级别 1</a:t>
            </a:r>
          </a:p>
          <a:p>
            <a:pPr lvl="1"/>
            <a:r>
              <a:t>正文级别 2</a:t>
            </a:r>
          </a:p>
          <a:p>
            <a:pPr lvl="2"/>
            <a:r>
              <a:t>正文级别 3</a:t>
            </a:r>
          </a:p>
          <a:p>
            <a:pPr lvl="3"/>
            <a:r>
              <a:t>正文级别 4</a:t>
            </a:r>
          </a:p>
          <a:p>
            <a:pPr lvl="4"/>
            <a:r>
              <a:t>正文级别 5</a:t>
            </a:r>
          </a:p>
        </p:txBody>
      </p:sp>
      <p:sp>
        <p:nvSpPr>
          <p:cNvPr id="4" name="幻灯片编号"/>
          <p:cNvSpPr txBox="1">
            <a:spLocks noGrp="1"/>
          </p:cNvSpPr>
          <p:nvPr>
            <p:ph type="sldNum" sz="quarter" idx="2"/>
          </p:nvPr>
        </p:nvSpPr>
        <p:spPr>
          <a:xfrm>
            <a:off x="6553200" y="4767262"/>
            <a:ext cx="343903" cy="358141"/>
          </a:xfrm>
          <a:prstGeom prst="rect">
            <a:avLst/>
          </a:prstGeom>
          <a:ln w="12700">
            <a:miter lim="400000"/>
          </a:ln>
        </p:spPr>
        <p:txBody>
          <a:bodyPr wrap="none" lIns="45719" rIns="45719">
            <a:spAutoFit/>
          </a:bodyPr>
          <a:lstStyle/>
          <a:p>
            <a:fld id="{86CB4B4D-7CA3-9044-876B-883B54F8677D}" type="slidenum">
              <a:r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 id="2147483657" r:id="rId8"/>
    <p:sldLayoutId id="2147483658" r:id="rId9"/>
    <p:sldLayoutId id="2147483659" r:id="rId10"/>
    <p:sldLayoutId id="2147483660" r:id="rId11"/>
    <p:sldLayoutId id="2147483661"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Lst>
  <p:txStyles>
    <p:titleStyle>
      <a:lvl1pPr marL="0" marR="0" indent="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n-lt"/>
          <a:ea typeface="+mn-ea"/>
          <a:cs typeface="+mn-cs"/>
          <a:sym typeface="Calibri"/>
        </a:defRPr>
      </a:lvl1pPr>
      <a:lvl2pPr marL="0" marR="0" indent="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n-lt"/>
          <a:ea typeface="+mn-ea"/>
          <a:cs typeface="+mn-cs"/>
          <a:sym typeface="Calibri"/>
        </a:defRPr>
      </a:lvl2pPr>
      <a:lvl3pPr marL="0" marR="0" indent="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n-lt"/>
          <a:ea typeface="+mn-ea"/>
          <a:cs typeface="+mn-cs"/>
          <a:sym typeface="Calibri"/>
        </a:defRPr>
      </a:lvl3pPr>
      <a:lvl4pPr marL="0" marR="0" indent="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n-lt"/>
          <a:ea typeface="+mn-ea"/>
          <a:cs typeface="+mn-cs"/>
          <a:sym typeface="Calibri"/>
        </a:defRPr>
      </a:lvl4pPr>
      <a:lvl5pPr marL="0" marR="0" indent="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n-lt"/>
          <a:ea typeface="+mn-ea"/>
          <a:cs typeface="+mn-cs"/>
          <a:sym typeface="Calibri"/>
        </a:defRPr>
      </a:lvl5pPr>
      <a:lvl6pPr marL="0" marR="0" indent="45720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n-lt"/>
          <a:ea typeface="+mn-ea"/>
          <a:cs typeface="+mn-cs"/>
          <a:sym typeface="Calibri"/>
        </a:defRPr>
      </a:lvl6pPr>
      <a:lvl7pPr marL="0" marR="0" indent="91440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n-lt"/>
          <a:ea typeface="+mn-ea"/>
          <a:cs typeface="+mn-cs"/>
          <a:sym typeface="Calibri"/>
        </a:defRPr>
      </a:lvl7pPr>
      <a:lvl8pPr marL="0" marR="0" indent="137160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n-lt"/>
          <a:ea typeface="+mn-ea"/>
          <a:cs typeface="+mn-cs"/>
          <a:sym typeface="Calibri"/>
        </a:defRPr>
      </a:lvl8pPr>
      <a:lvl9pPr marL="0" marR="0" indent="182880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n-lt"/>
          <a:ea typeface="+mn-ea"/>
          <a:cs typeface="+mn-cs"/>
          <a:sym typeface="Calibri"/>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9pPr>
    </p:bodyStyle>
    <p:otherStyle>
      <a:lvl1pPr marL="0" marR="0" indent="0" algn="l" defTabSz="9144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Calibri"/>
        </a:defRPr>
      </a:lvl1pPr>
      <a:lvl2pPr marL="0" marR="0" indent="457200" algn="l" defTabSz="9144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Calibri"/>
        </a:defRPr>
      </a:lvl2pPr>
      <a:lvl3pPr marL="0" marR="0" indent="914400" algn="l" defTabSz="9144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Calibri"/>
        </a:defRPr>
      </a:lvl3pPr>
      <a:lvl4pPr marL="0" marR="0" indent="1371600" algn="l" defTabSz="9144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Calibri"/>
        </a:defRPr>
      </a:lvl4pPr>
      <a:lvl5pPr marL="0" marR="0" indent="1828800" algn="l" defTabSz="9144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Calibri"/>
        </a:defRPr>
      </a:lvl5pPr>
      <a:lvl6pPr marL="0" marR="0" indent="2286000" algn="l" defTabSz="9144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Calibri"/>
        </a:defRPr>
      </a:lvl6pPr>
      <a:lvl7pPr marL="0" marR="0" indent="2743200" algn="l" defTabSz="9144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Calibri"/>
        </a:defRPr>
      </a:lvl7pPr>
      <a:lvl8pPr marL="0" marR="0" indent="3200400" algn="l" defTabSz="9144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Calibri"/>
        </a:defRPr>
      </a:lvl8pPr>
      <a:lvl9pPr marL="0" marR="0" indent="3657600" algn="l" defTabSz="9144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Calibri"/>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标题占位符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zh-CN" altLang="en-US"/>
              <a:t>单击此处编辑母版标题样式</a:t>
            </a:r>
            <a:endParaRPr/>
          </a:p>
        </p:txBody>
      </p:sp>
      <p:sp>
        <p:nvSpPr>
          <p:cNvPr id="7" name="文本占位符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zh-CN" altLang="en-US"/>
              <a:t>单击此处编辑母版文本样式</a:t>
            </a:r>
            <a:endParaRPr/>
          </a:p>
          <a:p>
            <a:pPr lvl="1"/>
            <a:r>
              <a:rPr lang="zh-CN" altLang="en-US"/>
              <a:t>二级</a:t>
            </a:r>
            <a:endParaRPr/>
          </a:p>
          <a:p>
            <a:pPr lvl="2"/>
            <a:r>
              <a:rPr lang="zh-CN" altLang="en-US"/>
              <a:t>三级</a:t>
            </a:r>
            <a:endParaRPr/>
          </a:p>
          <a:p>
            <a:pPr lvl="3"/>
            <a:r>
              <a:rPr lang="zh-CN" altLang="en-US"/>
              <a:t>四级</a:t>
            </a:r>
            <a:endParaRPr/>
          </a:p>
          <a:p>
            <a:pPr lvl="4"/>
            <a:r>
              <a:rPr lang="zh-CN" altLang="en-US"/>
              <a:t>五级</a:t>
            </a:r>
            <a:endParaRPr/>
          </a:p>
        </p:txBody>
      </p:sp>
      <p:sp>
        <p:nvSpPr>
          <p:cNvPr id="8" name="日期占位符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pPr hangingPunct="1"/>
            <a:fld id="{C48EEF1F-60C5-4480-AA09-B9CAD080CFCB}" type="datetimeFigureOut">
              <a:rPr lang="zh-CN" altLang="en-US"/>
              <a:t>2024/11/10</a:t>
            </a:fld>
            <a:endParaRPr lang="zh-CN" altLang="en-US" kern="1200">
              <a:solidFill>
                <a:prstClr val="black">
                  <a:tint val="75000"/>
                </a:prstClr>
              </a:solidFill>
            </a:endParaRPr>
          </a:p>
        </p:txBody>
      </p:sp>
      <p:sp>
        <p:nvSpPr>
          <p:cNvPr id="9" name="页脚占位符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pPr hangingPunct="1"/>
            <a:endParaRPr lang="zh-CN" altLang="en-US" kern="1200">
              <a:solidFill>
                <a:prstClr val="black">
                  <a:tint val="75000"/>
                </a:prstClr>
              </a:solidFill>
            </a:endParaRPr>
          </a:p>
        </p:txBody>
      </p:sp>
      <p:sp>
        <p:nvSpPr>
          <p:cNvPr id="10" name="灯片编号占位符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pPr hangingPunct="1"/>
            <a:fld id="{CE81C536-FA53-469F-808A-DDE11F90DD03}" type="slidenum">
              <a:rPr/>
              <a:t>‹#›</a:t>
            </a:fld>
            <a:endParaRPr lang="zh-CN" altLang="en-US" kern="1200">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Lst>
  <p:txStyles>
    <p:titleStyle>
      <a:lvl1pPr algn="l" defTabSz="685800" rtl="0" eaLnBrk="1" latinLnBrk="0" hangingPunct="1">
        <a:lnSpc>
          <a:spcPct val="90000"/>
        </a:lnSpc>
        <a:spcBef>
          <a:spcPct val="1"/>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标题占位符 1"/>
          <p:cNvSpPr>
            <a:spLocks noGrp="1"/>
          </p:cNvSpPr>
          <p:nvPr>
            <p:ph type="title"/>
          </p:nvPr>
        </p:nvSpPr>
        <p:spPr>
          <a:xfrm>
            <a:off x="628650" y="273843"/>
            <a:ext cx="7886700" cy="994172"/>
          </a:xfrm>
          <a:prstGeom prst="rect">
            <a:avLst/>
          </a:prstGeom>
        </p:spPr>
        <p:txBody>
          <a:bodyPr vert="horz" lIns="91440" tIns="45720" rIns="91440" bIns="45720" anchor="ctr">
            <a:normAutofit/>
          </a:bodyPr>
          <a:lstStyle/>
          <a:p>
            <a:r>
              <a:rPr lang="zh-CN"/>
              <a:t>单击此处编辑母版标题样式</a:t>
            </a:r>
            <a:endParaRPr/>
          </a:p>
        </p:txBody>
      </p:sp>
      <p:sp>
        <p:nvSpPr>
          <p:cNvPr id="13" name="文本占位符 2"/>
          <p:cNvSpPr>
            <a:spLocks noGrp="1"/>
          </p:cNvSpPr>
          <p:nvPr>
            <p:ph type="body" idx="1"/>
          </p:nvPr>
        </p:nvSpPr>
        <p:spPr>
          <a:xfrm>
            <a:off x="628650" y="1369218"/>
            <a:ext cx="7886700" cy="3263503"/>
          </a:xfrm>
          <a:prstGeom prst="rect">
            <a:avLst/>
          </a:prstGeom>
        </p:spPr>
        <p:txBody>
          <a:bodyPr vert="horz" lIns="91440" tIns="45720" rIns="91440" bIns="45720">
            <a:normAutofit/>
          </a:bodyPr>
          <a:lstStyle/>
          <a:p>
            <a:pPr lvl="0"/>
            <a:r>
              <a:rPr lang="zh-CN"/>
              <a:t>单击此处编辑母版文本样式</a:t>
            </a:r>
            <a:endParaRPr/>
          </a:p>
          <a:p>
            <a:pPr lvl="1"/>
            <a:r>
              <a:rPr lang="zh-CN"/>
              <a:t>二级</a:t>
            </a:r>
            <a:endParaRPr/>
          </a:p>
          <a:p>
            <a:pPr lvl="2"/>
            <a:r>
              <a:rPr lang="zh-CN"/>
              <a:t>三级</a:t>
            </a:r>
            <a:endParaRPr/>
          </a:p>
          <a:p>
            <a:pPr lvl="3"/>
            <a:r>
              <a:rPr lang="zh-CN"/>
              <a:t>四级</a:t>
            </a:r>
            <a:endParaRPr/>
          </a:p>
          <a:p>
            <a:pPr lvl="4"/>
            <a:r>
              <a:rPr lang="zh-CN"/>
              <a:t>五级</a:t>
            </a:r>
            <a:endParaRPr/>
          </a:p>
        </p:txBody>
      </p:sp>
      <p:sp>
        <p:nvSpPr>
          <p:cNvPr id="14" name="日期占位符 3"/>
          <p:cNvSpPr>
            <a:spLocks noGrp="1"/>
          </p:cNvSpPr>
          <p:nvPr>
            <p:ph type="dt" idx="2"/>
          </p:nvPr>
        </p:nvSpPr>
        <p:spPr>
          <a:xfrm>
            <a:off x="628650" y="4767262"/>
            <a:ext cx="2057400" cy="273843"/>
          </a:xfrm>
          <a:prstGeom prst="rect">
            <a:avLst/>
          </a:prstGeom>
        </p:spPr>
        <p:txBody>
          <a:bodyPr vert="horz" lIns="91440" tIns="45720" rIns="91440" bIns="45720" anchor="ctr"/>
          <a:lstStyle>
            <a:lvl1pPr lvl="0" algn="l">
              <a:defRPr sz="1200">
                <a:solidFill>
                  <a:schemeClr val="tx1">
                    <a:tint val="75000"/>
                  </a:schemeClr>
                </a:solidFill>
              </a:defRPr>
            </a:lvl1pPr>
          </a:lstStyle>
          <a:p>
            <a:fld id="{2A88E4C8-26D4-4A33-9797-077F7FC0C354}" type="datetime1">
              <a:rPr lang="zh-CN" altLang="en-US"/>
              <a:t>2024/11/10</a:t>
            </a:fld>
            <a:endParaRPr lang="zh-CN"/>
          </a:p>
        </p:txBody>
      </p:sp>
      <p:sp>
        <p:nvSpPr>
          <p:cNvPr id="15" name="页脚占位符 4"/>
          <p:cNvSpPr>
            <a:spLocks noGrp="1"/>
          </p:cNvSpPr>
          <p:nvPr>
            <p:ph type="ftr" idx="3"/>
          </p:nvPr>
        </p:nvSpPr>
        <p:spPr>
          <a:xfrm>
            <a:off x="3028950" y="4767262"/>
            <a:ext cx="3086100" cy="273843"/>
          </a:xfrm>
          <a:prstGeom prst="rect">
            <a:avLst/>
          </a:prstGeom>
        </p:spPr>
        <p:txBody>
          <a:bodyPr vert="horz" lIns="91440" tIns="45720" rIns="91440" bIns="45720" anchor="ctr"/>
          <a:lstStyle>
            <a:lvl1pPr lvl="0" algn="ctr">
              <a:defRPr sz="1200">
                <a:solidFill>
                  <a:schemeClr val="tx1">
                    <a:tint val="75000"/>
                  </a:schemeClr>
                </a:solidFill>
              </a:defRPr>
            </a:lvl1pPr>
          </a:lstStyle>
          <a:p>
            <a:endParaRPr lang="zh-CN"/>
          </a:p>
        </p:txBody>
      </p:sp>
      <p:sp>
        <p:nvSpPr>
          <p:cNvPr id="16" name="灯片编号占位符 5"/>
          <p:cNvSpPr>
            <a:spLocks noGrp="1"/>
          </p:cNvSpPr>
          <p:nvPr>
            <p:ph type="sldNum" idx="4"/>
          </p:nvPr>
        </p:nvSpPr>
        <p:spPr>
          <a:xfrm>
            <a:off x="6457950" y="4767262"/>
            <a:ext cx="2057400" cy="273843"/>
          </a:xfrm>
          <a:prstGeom prst="rect">
            <a:avLst/>
          </a:prstGeom>
        </p:spPr>
        <p:txBody>
          <a:bodyPr vert="horz" lIns="91440" tIns="45720" rIns="91440" bIns="45720" anchor="ctr"/>
          <a:lstStyle>
            <a:lvl1pPr lvl="0" algn="r">
              <a:defRPr sz="1200">
                <a:solidFill>
                  <a:schemeClr val="tx1">
                    <a:tint val="75000"/>
                  </a:schemeClr>
                </a:solidFill>
              </a:defRPr>
            </a:lvl1pPr>
          </a:lstStyle>
          <a:p>
            <a:fld id="{169AFB60-EC27-46E9-9B24-D99F26BFE170}" type="slidenum">
              <a:rPr/>
              <a:t>‹#›</a:t>
            </a:fld>
            <a:endParaRPr lang="zh-CN"/>
          </a:p>
        </p:txBody>
      </p:sp>
    </p:spTree>
  </p:cSld>
  <p:clrMap bg1="lt1" tx1="dk1" bg2="lt2" tx2="dk2" accent1="accent1" accent2="accent2" accent3="accent3" accent4="accent4" accent5="accent5" accent6="accent6" hlink="hlink" folHlink="folHlink"/>
  <p:sldLayoutIdLst>
    <p:sldLayoutId id="2147483689" r:id="rId1"/>
  </p:sldLayoutIdLst>
  <p:txStyles>
    <p:titleStyle>
      <a:lvl1pPr lvl="0" algn="l" defTabSz="914400">
        <a:lnSpc>
          <a:spcPct val="130000"/>
        </a:lnSpc>
        <a:spcBef>
          <a:spcPct val="1"/>
        </a:spcBef>
        <a:buNone/>
        <a:defRPr sz="4400" kern="1200">
          <a:solidFill>
            <a:schemeClr val="tx1"/>
          </a:solidFill>
          <a:latin typeface="默认字体"/>
          <a:ea typeface="默认字体"/>
        </a:defRPr>
      </a:lvl1pPr>
    </p:titleStyle>
    <p:bodyStyle>
      <a:lvl1pPr marL="228600" lvl="0" indent="-228600" algn="l" defTabSz="914400">
        <a:lnSpc>
          <a:spcPct val="130000"/>
        </a:lnSpc>
        <a:spcBef>
          <a:spcPts val="1000"/>
        </a:spcBef>
        <a:buFont typeface="Arial" charset="0"/>
        <a:buChar char="•"/>
        <a:defRPr sz="2800" kern="1200">
          <a:solidFill>
            <a:schemeClr val="tx1"/>
          </a:solidFill>
          <a:latin typeface="默认字体"/>
          <a:ea typeface="默认字体"/>
        </a:defRPr>
      </a:lvl1pPr>
      <a:lvl2pPr marL="685800" lvl="1" indent="-228600" algn="l" defTabSz="914400">
        <a:lnSpc>
          <a:spcPct val="130000"/>
        </a:lnSpc>
        <a:spcBef>
          <a:spcPts val="500"/>
        </a:spcBef>
        <a:buFont typeface="Arial" charset="0"/>
        <a:buChar char="•"/>
        <a:defRPr sz="2400" kern="1200">
          <a:solidFill>
            <a:schemeClr val="tx1"/>
          </a:solidFill>
          <a:latin typeface="默认字体"/>
          <a:ea typeface="默认字体"/>
        </a:defRPr>
      </a:lvl2pPr>
      <a:lvl3pPr marL="1143000" lvl="2" indent="-228600" algn="l" defTabSz="914400">
        <a:lnSpc>
          <a:spcPct val="130000"/>
        </a:lnSpc>
        <a:spcBef>
          <a:spcPts val="500"/>
        </a:spcBef>
        <a:buFont typeface="Arial" charset="0"/>
        <a:buChar char="•"/>
        <a:defRPr sz="2000" kern="1200">
          <a:solidFill>
            <a:schemeClr val="tx1"/>
          </a:solidFill>
          <a:latin typeface="默认字体"/>
          <a:ea typeface="默认字体"/>
        </a:defRPr>
      </a:lvl3pPr>
      <a:lvl4pPr marL="1600200" lvl="3" indent="-228600" algn="l" defTabSz="914400">
        <a:lnSpc>
          <a:spcPct val="130000"/>
        </a:lnSpc>
        <a:spcBef>
          <a:spcPts val="500"/>
        </a:spcBef>
        <a:buFont typeface="Arial" charset="0"/>
        <a:buChar char="•"/>
        <a:defRPr sz="1800" kern="1200">
          <a:solidFill>
            <a:schemeClr val="tx1"/>
          </a:solidFill>
          <a:latin typeface="默认字体"/>
          <a:ea typeface="默认字体"/>
        </a:defRPr>
      </a:lvl4pPr>
      <a:lvl5pPr marL="2057400" lvl="4" indent="-228600" algn="l" defTabSz="914400">
        <a:lnSpc>
          <a:spcPct val="130000"/>
        </a:lnSpc>
        <a:spcBef>
          <a:spcPts val="500"/>
        </a:spcBef>
        <a:buFont typeface="Arial" charset="0"/>
        <a:buChar char="•"/>
        <a:defRPr sz="1800" kern="1200">
          <a:solidFill>
            <a:schemeClr val="tx1"/>
          </a:solidFill>
          <a:latin typeface="默认字体"/>
          <a:ea typeface="默认字体"/>
        </a:defRPr>
      </a:lvl5pPr>
      <a:lvl6pPr marL="2514600" lvl="5" indent="-228600" algn="l" defTabSz="914400">
        <a:lnSpc>
          <a:spcPct val="130000"/>
        </a:lnSpc>
        <a:spcBef>
          <a:spcPts val="500"/>
        </a:spcBef>
        <a:buFont typeface="Arial" charset="0"/>
        <a:buChar char="•"/>
        <a:defRPr sz="1800" kern="1200">
          <a:solidFill>
            <a:schemeClr val="tx1"/>
          </a:solidFill>
          <a:latin typeface="默认字体"/>
          <a:ea typeface="默认字体"/>
        </a:defRPr>
      </a:lvl6pPr>
      <a:lvl7pPr marL="2971800" lvl="6" indent="-228600" algn="l" defTabSz="914400">
        <a:lnSpc>
          <a:spcPct val="130000"/>
        </a:lnSpc>
        <a:spcBef>
          <a:spcPts val="500"/>
        </a:spcBef>
        <a:buFont typeface="Arial" charset="0"/>
        <a:buChar char="•"/>
        <a:defRPr sz="1800" kern="1200">
          <a:solidFill>
            <a:schemeClr val="tx1"/>
          </a:solidFill>
          <a:latin typeface="默认字体"/>
          <a:ea typeface="默认字体"/>
        </a:defRPr>
      </a:lvl7pPr>
      <a:lvl8pPr marL="3429000" lvl="7" indent="-228600" algn="l" defTabSz="914400">
        <a:lnSpc>
          <a:spcPct val="130000"/>
        </a:lnSpc>
        <a:spcBef>
          <a:spcPts val="500"/>
        </a:spcBef>
        <a:buFont typeface="Arial" charset="0"/>
        <a:buChar char="•"/>
        <a:defRPr sz="1800" kern="1200">
          <a:solidFill>
            <a:schemeClr val="tx1"/>
          </a:solidFill>
          <a:latin typeface="默认字体"/>
          <a:ea typeface="默认字体"/>
        </a:defRPr>
      </a:lvl8pPr>
      <a:lvl9pPr marL="3886200" lvl="8" indent="-228600" algn="l" defTabSz="914400">
        <a:lnSpc>
          <a:spcPct val="130000"/>
        </a:lnSpc>
        <a:spcBef>
          <a:spcPts val="500"/>
        </a:spcBef>
        <a:buFont typeface="Arial" charset="0"/>
        <a:buChar char="•"/>
        <a:defRPr sz="1800" kern="1200">
          <a:solidFill>
            <a:schemeClr val="tx1"/>
          </a:solidFill>
          <a:latin typeface="默认字体"/>
          <a:ea typeface="默认字体"/>
        </a:defRPr>
      </a:lvl9pPr>
    </p:bodyStyle>
    <p:otherStyle>
      <a:lvl1pPr marL="0" lvl="0" algn="l" defTabSz="914400">
        <a:lnSpc>
          <a:spcPct val="130000"/>
        </a:lnSpc>
        <a:defRPr sz="1800" kern="1200">
          <a:solidFill>
            <a:schemeClr val="tx1"/>
          </a:solidFill>
          <a:latin typeface="默认字体"/>
          <a:ea typeface="默认字体"/>
        </a:defRPr>
      </a:lvl1pPr>
      <a:lvl2pPr marL="457200" lvl="1" algn="l" defTabSz="914400">
        <a:lnSpc>
          <a:spcPct val="130000"/>
        </a:lnSpc>
        <a:defRPr sz="1800" kern="1200">
          <a:solidFill>
            <a:schemeClr val="tx1"/>
          </a:solidFill>
          <a:latin typeface="默认字体"/>
          <a:ea typeface="默认字体"/>
        </a:defRPr>
      </a:lvl2pPr>
      <a:lvl3pPr marL="914400" lvl="2" algn="l" defTabSz="914400">
        <a:lnSpc>
          <a:spcPct val="130000"/>
        </a:lnSpc>
        <a:defRPr sz="1800" kern="1200">
          <a:solidFill>
            <a:schemeClr val="tx1"/>
          </a:solidFill>
          <a:latin typeface="默认字体"/>
          <a:ea typeface="默认字体"/>
        </a:defRPr>
      </a:lvl3pPr>
      <a:lvl4pPr marL="1371600" lvl="3" algn="l" defTabSz="914400">
        <a:lnSpc>
          <a:spcPct val="130000"/>
        </a:lnSpc>
        <a:defRPr sz="1800" kern="1200">
          <a:solidFill>
            <a:schemeClr val="tx1"/>
          </a:solidFill>
          <a:latin typeface="默认字体"/>
          <a:ea typeface="默认字体"/>
        </a:defRPr>
      </a:lvl4pPr>
      <a:lvl5pPr marL="1828800" lvl="4" algn="l" defTabSz="914400">
        <a:lnSpc>
          <a:spcPct val="130000"/>
        </a:lnSpc>
        <a:defRPr sz="1800" kern="1200">
          <a:solidFill>
            <a:schemeClr val="tx1"/>
          </a:solidFill>
          <a:latin typeface="默认字体"/>
          <a:ea typeface="默认字体"/>
        </a:defRPr>
      </a:lvl5pPr>
      <a:lvl6pPr marL="2286000" lvl="5" algn="l" defTabSz="914400">
        <a:lnSpc>
          <a:spcPct val="130000"/>
        </a:lnSpc>
        <a:defRPr sz="1800" kern="1200">
          <a:solidFill>
            <a:schemeClr val="tx1"/>
          </a:solidFill>
          <a:latin typeface="默认字体"/>
          <a:ea typeface="默认字体"/>
        </a:defRPr>
      </a:lvl6pPr>
      <a:lvl7pPr marL="2743200" lvl="6" algn="l" defTabSz="914400">
        <a:lnSpc>
          <a:spcPct val="130000"/>
        </a:lnSpc>
        <a:defRPr sz="1800" kern="1200">
          <a:solidFill>
            <a:schemeClr val="tx1"/>
          </a:solidFill>
          <a:latin typeface="默认字体"/>
          <a:ea typeface="默认字体"/>
        </a:defRPr>
      </a:lvl7pPr>
      <a:lvl8pPr marL="3200400" lvl="7" algn="l" defTabSz="914400">
        <a:lnSpc>
          <a:spcPct val="130000"/>
        </a:lnSpc>
        <a:defRPr sz="1800" kern="1200">
          <a:solidFill>
            <a:schemeClr val="tx1"/>
          </a:solidFill>
          <a:latin typeface="默认字体"/>
          <a:ea typeface="默认字体"/>
        </a:defRPr>
      </a:lvl8pPr>
      <a:lvl9pPr marL="3657600" lvl="8" algn="l" defTabSz="914400">
        <a:lnSpc>
          <a:spcPct val="130000"/>
        </a:lnSpc>
        <a:defRPr sz="1800" kern="1200">
          <a:solidFill>
            <a:schemeClr val="tx1"/>
          </a:solidFill>
          <a:latin typeface="默认字体"/>
          <a:ea typeface="默认字体"/>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6" name="图像" descr="图像"/>
          <p:cNvPicPr>
            <a:picLocks noChangeAspect="1"/>
          </p:cNvPicPr>
          <p:nvPr/>
        </p:nvPicPr>
        <p:blipFill>
          <a:blip r:embed="rId2"/>
          <a:stretch>
            <a:fillRect/>
          </a:stretch>
        </p:blipFill>
        <p:spPr>
          <a:xfrm>
            <a:off x="-98380" y="846249"/>
            <a:ext cx="3460751" cy="2342928"/>
          </a:xfrm>
          <a:prstGeom prst="rect">
            <a:avLst/>
          </a:prstGeom>
          <a:ln w="12700">
            <a:miter lim="400000"/>
          </a:ln>
        </p:spPr>
      </p:pic>
      <p:sp>
        <p:nvSpPr>
          <p:cNvPr id="237" name="矩形 1"/>
          <p:cNvSpPr/>
          <p:nvPr/>
        </p:nvSpPr>
        <p:spPr>
          <a:xfrm>
            <a:off x="2627313" y="1109663"/>
            <a:ext cx="6516687" cy="2097086"/>
          </a:xfrm>
          <a:prstGeom prst="rect">
            <a:avLst/>
          </a:prstGeom>
          <a:solidFill>
            <a:srgbClr val="414455"/>
          </a:solidFill>
          <a:ln w="12700">
            <a:miter lim="400000"/>
          </a:ln>
        </p:spPr>
        <p:txBody>
          <a:bodyPr lIns="45719" rIns="45719" anchor="ctr"/>
          <a:lstStyle/>
          <a:p>
            <a:pPr algn="ctr">
              <a:defRPr>
                <a:solidFill>
                  <a:srgbClr val="FFFFFF"/>
                </a:solidFill>
              </a:defRPr>
            </a:pPr>
            <a:endParaRPr/>
          </a:p>
        </p:txBody>
      </p:sp>
      <p:sp>
        <p:nvSpPr>
          <p:cNvPr id="239" name="矩形 33"/>
          <p:cNvSpPr/>
          <p:nvPr/>
        </p:nvSpPr>
        <p:spPr>
          <a:xfrm>
            <a:off x="3362371" y="846249"/>
            <a:ext cx="5974752" cy="266701"/>
          </a:xfrm>
          <a:prstGeom prst="rect">
            <a:avLst/>
          </a:prstGeom>
          <a:blipFill>
            <a:blip r:embed="rId3"/>
          </a:blipFill>
          <a:ln w="12700">
            <a:miter lim="400000"/>
          </a:ln>
        </p:spPr>
        <p:txBody>
          <a:bodyPr lIns="45719" rIns="45719" anchor="ctr"/>
          <a:lstStyle/>
          <a:p>
            <a:pPr algn="ctr">
              <a:defRPr>
                <a:solidFill>
                  <a:srgbClr val="FFFFFF"/>
                </a:solidFill>
              </a:defRPr>
            </a:pPr>
            <a:endParaRPr/>
          </a:p>
        </p:txBody>
      </p:sp>
      <p:sp>
        <p:nvSpPr>
          <p:cNvPr id="240" name="TextBox 28"/>
          <p:cNvSpPr txBox="1"/>
          <p:nvPr/>
        </p:nvSpPr>
        <p:spPr>
          <a:xfrm>
            <a:off x="3317500" y="953568"/>
            <a:ext cx="5334000" cy="2154757"/>
          </a:xfrm>
          <a:prstGeom prst="rect">
            <a:avLst/>
          </a:prstGeom>
          <a:ln w="12700">
            <a:miter lim="400000"/>
          </a:ln>
          <a:extLst>
            <a:ext uri="{C572A759-6A51-4108-AA02-DFA0A04FC94B}"/>
          </a:extLst>
        </p:spPr>
        <p:txBody>
          <a:bodyPr lIns="34290" tIns="34290" rIns="34290" bIns="34290" anchor="ctr">
            <a:spAutoFit/>
          </a:bodyPr>
          <a:lstStyle>
            <a:lvl1pPr>
              <a:lnSpc>
                <a:spcPct val="150000"/>
              </a:lnSpc>
              <a:defRPr sz="4800" b="1">
                <a:solidFill>
                  <a:srgbClr val="FFFFFF"/>
                </a:solidFill>
                <a:latin typeface="微软雅黑"/>
                <a:ea typeface="微软雅黑"/>
                <a:cs typeface="微软雅黑"/>
                <a:sym typeface="微软雅黑"/>
              </a:defRPr>
            </a:lvl1pPr>
          </a:lstStyle>
          <a:p>
            <a:r>
              <a:rPr lang="zh-CN" altLang="zh-CN" dirty="0"/>
              <a:t>遥感卫星海面温度智能反演方法研究</a:t>
            </a:r>
            <a:endParaRPr lang="zh-CN" altLang="en-US" dirty="0"/>
          </a:p>
        </p:txBody>
      </p:sp>
      <p:grpSp>
        <p:nvGrpSpPr>
          <p:cNvPr id="241" name="组合 2"/>
          <p:cNvGrpSpPr/>
          <p:nvPr/>
        </p:nvGrpSpPr>
        <p:grpSpPr>
          <a:xfrm>
            <a:off x="3211261" y="3463921"/>
            <a:ext cx="5232417" cy="1436545"/>
            <a:chOff x="147272" y="28572"/>
            <a:chExt cx="3680766" cy="1436549"/>
          </a:xfrm>
        </p:grpSpPr>
        <p:sp>
          <p:nvSpPr>
            <p:cNvPr id="242" name="TextBox 57"/>
            <p:cNvSpPr txBox="1"/>
            <p:nvPr/>
          </p:nvSpPr>
          <p:spPr>
            <a:xfrm>
              <a:off x="535908" y="28572"/>
              <a:ext cx="3292130" cy="1436549"/>
            </a:xfrm>
            <a:prstGeom prst="rect">
              <a:avLst/>
            </a:prstGeom>
            <a:noFill/>
            <a:ln w="12700" cap="flat">
              <a:noFill/>
              <a:miter lim="400000"/>
            </a:ln>
            <a:effectLst/>
            <a:extLst>
              <a:ext uri="{C572A759-6A51-4108-AA02-DFA0A04FC94B}"/>
            </a:extLst>
          </p:spPr>
          <p:txBody>
            <a:bodyPr wrap="square" lIns="45719" tIns="45719" rIns="45719" bIns="45719" numCol="1" anchor="t">
              <a:spAutoFit/>
            </a:bodyPr>
            <a:lstStyle/>
            <a:p>
              <a:pPr algn="ctr">
                <a:lnSpc>
                  <a:spcPct val="150000"/>
                </a:lnSpc>
                <a:buClrTx/>
                <a:buSzTx/>
                <a:buFontTx/>
                <a:buNone/>
                <a:defRPr sz="1500" b="0" i="0" u="none" strike="noStrike" spc="0" baseline="0">
                  <a:ln>
                    <a:noFill/>
                  </a:ln>
                  <a:solidFill>
                    <a:srgbClr val="404040">
                      <a:alpha val="100000"/>
                    </a:srgbClr>
                  </a:solidFill>
                  <a:effectLst/>
                  <a:latin typeface="微软雅黑"/>
                  <a:ea typeface="微软雅黑"/>
                  <a:cs typeface="微软雅黑"/>
                  <a:sym typeface="微软雅黑"/>
                </a:defRPr>
              </a:pPr>
              <a:r>
                <a:rPr lang="en-US" altLang="zh-CN" dirty="0"/>
                <a:t>2251745</a:t>
              </a:r>
              <a:endParaRPr dirty="0"/>
            </a:p>
            <a:p>
              <a:pPr algn="ctr">
                <a:lnSpc>
                  <a:spcPct val="150000"/>
                </a:lnSpc>
                <a:defRPr sz="1500" b="0" i="0" u="none" strike="noStrike" spc="0" baseline="0">
                  <a:ln>
                    <a:noFill/>
                  </a:ln>
                  <a:solidFill>
                    <a:srgbClr val="404040">
                      <a:alpha val="100000"/>
                    </a:srgbClr>
                  </a:solidFill>
                  <a:effectLst/>
                  <a:latin typeface="微软雅黑"/>
                  <a:ea typeface="微软雅黑"/>
                  <a:cs typeface="微软雅黑"/>
                  <a:sym typeface="微软雅黑"/>
                </a:defRPr>
              </a:pPr>
              <a:r>
                <a:rPr lang="zh-CN" altLang="en-US" dirty="0"/>
                <a:t>张宇</a:t>
              </a:r>
            </a:p>
            <a:p>
              <a:pPr algn="ctr">
                <a:lnSpc>
                  <a:spcPct val="150000"/>
                </a:lnSpc>
                <a:defRPr sz="1500" b="0" i="0" u="none" strike="noStrike" spc="0" baseline="0">
                  <a:ln>
                    <a:noFill/>
                  </a:ln>
                  <a:solidFill>
                    <a:srgbClr val="404040">
                      <a:alpha val="100000"/>
                    </a:srgbClr>
                  </a:solidFill>
                  <a:effectLst/>
                  <a:latin typeface="微软雅黑"/>
                  <a:ea typeface="微软雅黑"/>
                  <a:cs typeface="微软雅黑"/>
                  <a:sym typeface="微软雅黑"/>
                </a:defRPr>
              </a:pPr>
              <a:r>
                <a:rPr lang="zh-CN" altLang="zh-CN" dirty="0"/>
                <a:t>李文根老师</a:t>
              </a:r>
              <a:endParaRPr dirty="0"/>
            </a:p>
            <a:p>
              <a:pPr algn="ctr">
                <a:lnSpc>
                  <a:spcPct val="150000"/>
                </a:lnSpc>
                <a:buClrTx/>
                <a:buSzTx/>
                <a:buFontTx/>
                <a:buNone/>
                <a:defRPr sz="1500" b="0" i="0" u="none" strike="noStrike" spc="0" baseline="0">
                  <a:ln>
                    <a:noFill/>
                  </a:ln>
                  <a:solidFill>
                    <a:srgbClr val="404040">
                      <a:alpha val="100000"/>
                    </a:srgbClr>
                  </a:solidFill>
                  <a:effectLst/>
                  <a:latin typeface="微软雅黑"/>
                  <a:ea typeface="微软雅黑"/>
                  <a:cs typeface="微软雅黑"/>
                  <a:sym typeface="微软雅黑"/>
                </a:defRPr>
              </a:pPr>
              <a:r>
                <a:rPr dirty="0"/>
                <a:t>2024年</a:t>
              </a:r>
              <a:r>
                <a:rPr lang="en-US" altLang="zh-CN" dirty="0"/>
                <a:t>11</a:t>
              </a:r>
              <a:r>
                <a:rPr dirty="0"/>
                <a:t>月</a:t>
              </a:r>
              <a:r>
                <a:rPr lang="en-US" altLang="zh-CN" dirty="0"/>
                <a:t>10</a:t>
              </a:r>
              <a:r>
                <a:rPr dirty="0"/>
                <a:t>日 </a:t>
              </a:r>
            </a:p>
          </p:txBody>
        </p:sp>
        <p:sp>
          <p:nvSpPr>
            <p:cNvPr id="243" name="TextBox 90"/>
            <p:cNvSpPr txBox="1"/>
            <p:nvPr/>
          </p:nvSpPr>
          <p:spPr>
            <a:xfrm>
              <a:off x="147283" y="85725"/>
              <a:ext cx="1022253" cy="336550"/>
            </a:xfrm>
            <a:prstGeom prst="rect">
              <a:avLst/>
            </a:prstGeom>
            <a:noFill/>
            <a:ln w="12700" cap="flat">
              <a:noFill/>
              <a:miter lim="400000"/>
            </a:ln>
            <a:effectLst/>
            <a:extLst>
              <a:ext uri="{C572A759-6A51-4108-AA02-DFA0A04FC94B}"/>
            </a:extLst>
          </p:spPr>
          <p:txBody>
            <a:bodyPr wrap="square" lIns="45719" tIns="45719" rIns="45719" bIns="45719" numCol="1" anchor="t">
              <a:spAutoFit/>
            </a:bodyPr>
            <a:lstStyle>
              <a:lvl1pPr>
                <a:defRPr sz="1600">
                  <a:solidFill>
                    <a:srgbClr val="404040"/>
                  </a:solidFill>
                  <a:latin typeface="微软雅黑"/>
                  <a:ea typeface="微软雅黑"/>
                  <a:cs typeface="微软雅黑"/>
                  <a:sym typeface="微软雅黑"/>
                </a:defRPr>
              </a:lvl1pPr>
            </a:lstStyle>
            <a:p>
              <a:pPr>
                <a:buClrTx/>
                <a:buSzTx/>
                <a:buFontTx/>
                <a:buNone/>
              </a:pPr>
              <a:r>
                <a:rPr lang="zh-CN" altLang="en-US" dirty="0"/>
                <a:t>学       号</a:t>
              </a:r>
              <a:r>
                <a:rPr dirty="0"/>
                <a:t>：</a:t>
              </a:r>
            </a:p>
          </p:txBody>
        </p:sp>
        <p:sp>
          <p:nvSpPr>
            <p:cNvPr id="244" name="TextBox 59"/>
            <p:cNvSpPr txBox="1"/>
            <p:nvPr/>
          </p:nvSpPr>
          <p:spPr>
            <a:xfrm>
              <a:off x="147272" y="759640"/>
              <a:ext cx="1083686" cy="336550"/>
            </a:xfrm>
            <a:prstGeom prst="rect">
              <a:avLst/>
            </a:prstGeom>
            <a:noFill/>
            <a:ln w="12700" cap="flat">
              <a:noFill/>
              <a:miter lim="400000"/>
            </a:ln>
            <a:effectLst/>
            <a:extLst>
              <a:ext uri="{C572A759-6A51-4108-AA02-DFA0A04FC94B}"/>
            </a:extLst>
          </p:spPr>
          <p:txBody>
            <a:bodyPr wrap="square" lIns="45719" tIns="45719" rIns="45719" bIns="45719" numCol="1" anchor="t">
              <a:spAutoFit/>
            </a:bodyPr>
            <a:lstStyle>
              <a:lvl1pPr>
                <a:defRPr sz="1600">
                  <a:solidFill>
                    <a:srgbClr val="404040"/>
                  </a:solidFill>
                  <a:latin typeface="微软雅黑"/>
                  <a:ea typeface="微软雅黑"/>
                  <a:cs typeface="微软雅黑"/>
                  <a:sym typeface="微软雅黑"/>
                </a:defRPr>
              </a:lvl1pPr>
            </a:lstStyle>
            <a:p>
              <a:pPr>
                <a:buClrTx/>
                <a:buSzTx/>
                <a:buFontTx/>
                <a:buNone/>
              </a:pPr>
              <a:r>
                <a:rPr lang="zh-CN" dirty="0"/>
                <a:t>指导教师</a:t>
              </a:r>
              <a:r>
                <a:rPr dirty="0"/>
                <a:t>：</a:t>
              </a:r>
            </a:p>
          </p:txBody>
        </p:sp>
        <p:sp>
          <p:nvSpPr>
            <p:cNvPr id="246" name="TextBox 61"/>
            <p:cNvSpPr txBox="1"/>
            <p:nvPr/>
          </p:nvSpPr>
          <p:spPr>
            <a:xfrm>
              <a:off x="147272" y="1095375"/>
              <a:ext cx="781713" cy="338553"/>
            </a:xfrm>
            <a:prstGeom prst="rect">
              <a:avLst/>
            </a:prstGeom>
            <a:noFill/>
            <a:ln w="12700" cap="flat">
              <a:noFill/>
              <a:miter lim="400000"/>
            </a:ln>
            <a:effectLst/>
            <a:extLst>
              <a:ext uri="{C572A759-6A51-4108-AA02-DFA0A04FC94B}"/>
            </a:extLst>
          </p:spPr>
          <p:txBody>
            <a:bodyPr wrap="square" lIns="45719" tIns="45719" rIns="45719" bIns="45719" numCol="1" anchor="t">
              <a:spAutoFit/>
            </a:bodyPr>
            <a:lstStyle>
              <a:lvl1pPr>
                <a:defRPr sz="1600">
                  <a:solidFill>
                    <a:srgbClr val="404040"/>
                  </a:solidFill>
                  <a:latin typeface="微软雅黑"/>
                  <a:ea typeface="微软雅黑"/>
                  <a:cs typeface="微软雅黑"/>
                  <a:sym typeface="微软雅黑"/>
                </a:defRPr>
              </a:lvl1pPr>
            </a:lstStyle>
            <a:p>
              <a:pPr>
                <a:buClrTx/>
                <a:buSzTx/>
                <a:buFontTx/>
                <a:buNone/>
              </a:pPr>
              <a:r>
                <a:rPr lang="zh-CN" altLang="en-US" dirty="0"/>
                <a:t>报告</a:t>
              </a:r>
              <a:r>
                <a:rPr dirty="0" err="1"/>
                <a:t>日期</a:t>
              </a:r>
              <a:r>
                <a:rPr dirty="0"/>
                <a:t>：</a:t>
              </a:r>
            </a:p>
          </p:txBody>
        </p:sp>
        <p:sp>
          <p:nvSpPr>
            <p:cNvPr id="247" name="直接连接符 62"/>
            <p:cNvSpPr/>
            <p:nvPr/>
          </p:nvSpPr>
          <p:spPr>
            <a:xfrm flipV="1">
              <a:off x="1036638" y="368300"/>
              <a:ext cx="2314241" cy="0"/>
            </a:xfrm>
            <a:prstGeom prst="line">
              <a:avLst/>
            </a:prstGeom>
            <a:noFill/>
            <a:ln w="9525" cap="flat">
              <a:solidFill>
                <a:srgbClr val="404040"/>
              </a:solidFill>
              <a:prstDash val="solid"/>
              <a:round/>
            </a:ln>
            <a:effectLst/>
          </p:spPr>
          <p:txBody>
            <a:bodyPr wrap="square" lIns="45719" tIns="45719" rIns="45719" bIns="45719" numCol="1" anchor="t">
              <a:noAutofit/>
            </a:bodyPr>
            <a:lstStyle/>
            <a:p>
              <a:endParaRPr/>
            </a:p>
          </p:txBody>
        </p:sp>
        <p:sp>
          <p:nvSpPr>
            <p:cNvPr id="248" name="直接连接符 64"/>
            <p:cNvSpPr/>
            <p:nvPr/>
          </p:nvSpPr>
          <p:spPr>
            <a:xfrm>
              <a:off x="1036638" y="1069974"/>
              <a:ext cx="2314241" cy="0"/>
            </a:xfrm>
            <a:prstGeom prst="line">
              <a:avLst/>
            </a:prstGeom>
            <a:noFill/>
            <a:ln w="9525" cap="flat">
              <a:solidFill>
                <a:srgbClr val="404040"/>
              </a:solidFill>
              <a:prstDash val="solid"/>
              <a:round/>
            </a:ln>
            <a:effectLst/>
          </p:spPr>
          <p:txBody>
            <a:bodyPr wrap="square" lIns="45719" tIns="45719" rIns="45719" bIns="45719" numCol="1" anchor="t">
              <a:noAutofit/>
            </a:bodyPr>
            <a:lstStyle/>
            <a:p>
              <a:endParaRPr/>
            </a:p>
          </p:txBody>
        </p:sp>
      </p:grpSp>
      <p:sp>
        <p:nvSpPr>
          <p:cNvPr id="249" name="直接连接符 62"/>
          <p:cNvSpPr/>
          <p:nvPr/>
        </p:nvSpPr>
        <p:spPr>
          <a:xfrm flipV="1">
            <a:off x="4492553" y="4159245"/>
            <a:ext cx="3275677" cy="0"/>
          </a:xfrm>
          <a:prstGeom prst="line">
            <a:avLst/>
          </a:prstGeom>
          <a:noFill/>
          <a:ln w="9525" cap="flat">
            <a:solidFill>
              <a:srgbClr val="404040"/>
            </a:solidFill>
            <a:prstDash val="solid"/>
            <a:round/>
          </a:ln>
          <a:effectLst/>
        </p:spPr>
        <p:txBody>
          <a:bodyPr wrap="square" lIns="45719" tIns="45719" rIns="45719" bIns="45719" numCol="1" anchor="t">
            <a:noAutofit/>
          </a:bodyPr>
          <a:lstStyle/>
          <a:p>
            <a:endParaRPr/>
          </a:p>
        </p:txBody>
      </p:sp>
      <p:sp>
        <p:nvSpPr>
          <p:cNvPr id="250" name="直接连接符 62"/>
          <p:cNvSpPr/>
          <p:nvPr/>
        </p:nvSpPr>
        <p:spPr>
          <a:xfrm flipV="1">
            <a:off x="4492553" y="4845047"/>
            <a:ext cx="3275677" cy="0"/>
          </a:xfrm>
          <a:prstGeom prst="line">
            <a:avLst/>
          </a:prstGeom>
          <a:noFill/>
          <a:ln w="9525" cap="flat">
            <a:solidFill>
              <a:srgbClr val="404040"/>
            </a:solidFill>
            <a:prstDash val="solid"/>
            <a:round/>
          </a:ln>
          <a:effectLst/>
        </p:spPr>
        <p:txBody>
          <a:bodyPr wrap="square" lIns="45719" tIns="45719" rIns="45719" bIns="45719" numCol="1" anchor="t">
            <a:noAutofit/>
          </a:bodyPr>
          <a:lstStyle/>
          <a:p>
            <a:endParaRPr/>
          </a:p>
        </p:txBody>
      </p:sp>
      <p:sp>
        <p:nvSpPr>
          <p:cNvPr id="17" name="TextBox 60">
            <a:extLst>
              <a:ext uri="{FF2B5EF4-FFF2-40B4-BE49-F238E27FC236}">
                <a16:creationId xmlns:a16="http://schemas.microsoft.com/office/drawing/2014/main" id="{7603D270-54AA-48DC-AC1A-1D99E4004AF7}"/>
              </a:ext>
            </a:extLst>
          </p:cNvPr>
          <p:cNvSpPr txBox="1"/>
          <p:nvPr/>
        </p:nvSpPr>
        <p:spPr>
          <a:xfrm>
            <a:off x="3211261" y="3844924"/>
            <a:ext cx="1453190" cy="338552"/>
          </a:xfrm>
          <a:prstGeom prst="rect">
            <a:avLst/>
          </a:prstGeom>
          <a:noFill/>
          <a:ln w="12700" cap="flat">
            <a:noFill/>
            <a:miter lim="400000"/>
          </a:ln>
          <a:effectLst/>
          <a:extLst>
            <a:ext uri="{C572A759-6A51-4108-AA02-DFA0A04FC94B}"/>
          </a:extLst>
        </p:spPr>
        <p:txBody>
          <a:bodyPr wrap="square" lIns="45719" tIns="45719" rIns="45719" bIns="45719" numCol="1" anchor="t">
            <a:spAutoFit/>
          </a:bodyPr>
          <a:lstStyle>
            <a:lvl1pPr>
              <a:defRPr sz="1600">
                <a:solidFill>
                  <a:srgbClr val="404040"/>
                </a:solidFill>
                <a:latin typeface="微软雅黑"/>
                <a:ea typeface="微软雅黑"/>
                <a:cs typeface="微软雅黑"/>
                <a:sym typeface="微软雅黑"/>
              </a:defRPr>
            </a:lvl1pPr>
          </a:lstStyle>
          <a:p>
            <a:pPr>
              <a:buClrTx/>
              <a:buSzTx/>
              <a:buFontTx/>
              <a:buNone/>
            </a:pPr>
            <a:r>
              <a:rPr lang="zh-CN" altLang="en-US" dirty="0"/>
              <a:t>姓       名</a:t>
            </a:r>
            <a:r>
              <a:rPr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Tn>
                        </p:par>
                        <p:par>
                          <p:cTn id="5" fill="hold">
                            <p:stCondLst>
                              <p:cond delay="0"/>
                            </p:stCondLst>
                            <p:childTnLst>
                              <p:par>
                                <p:cTn id="6" presetID="22" presetClass="entr" presetSubtype="8" fill="hold" nodeType="afterEffect">
                                  <p:stCondLst>
                                    <p:cond delay="500"/>
                                  </p:stCondLst>
                                  <p:iterate>
                                    <p:tmAbs val="0"/>
                                  </p:iterate>
                                  <p:childTnLst>
                                    <p:set>
                                      <p:cBhvr>
                                        <p:cTn id="7" fill="hold"/>
                                        <p:tgtEl>
                                          <p:spTgt spid="239"/>
                                        </p:tgtEl>
                                        <p:attrNameLst>
                                          <p:attrName>style.visibility</p:attrName>
                                        </p:attrNameLst>
                                      </p:cBhvr>
                                      <p:to>
                                        <p:strVal val="visible"/>
                                      </p:to>
                                    </p:set>
                                    <p:animEffect transition="in" filter="wipe(left)">
                                      <p:cBhvr>
                                        <p:cTn id="8" dur="500"/>
                                        <p:tgtEl>
                                          <p:spTgt spid="239"/>
                                        </p:tgtEl>
                                      </p:cBhvr>
                                    </p:animEffect>
                                  </p:childTnLst>
                                </p:cTn>
                              </p:par>
                            </p:childTnLst>
                          </p:cTn>
                        </p:par>
                        <p:par>
                          <p:cTn id="9" fill="hold">
                            <p:stCondLst>
                              <p:cond delay="0"/>
                            </p:stCondLst>
                            <p:childTnLst>
                              <p:par>
                                <p:cTn id="10" presetID="22" presetClass="entr" presetSubtype="1" fill="hold" nodeType="afterEffect">
                                  <p:stCondLst>
                                    <p:cond delay="0"/>
                                  </p:stCondLst>
                                  <p:iterate>
                                    <p:tmAbs val="0"/>
                                  </p:iterate>
                                  <p:childTnLst>
                                    <p:set>
                                      <p:cBhvr>
                                        <p:cTn id="11" fill="hold"/>
                                        <p:tgtEl>
                                          <p:spTgt spid="237"/>
                                        </p:tgtEl>
                                        <p:attrNameLst>
                                          <p:attrName>style.visibility</p:attrName>
                                        </p:attrNameLst>
                                      </p:cBhvr>
                                      <p:to>
                                        <p:strVal val="visible"/>
                                      </p:to>
                                    </p:set>
                                    <p:animEffect transition="in" filter="wipe(up)">
                                      <p:cBhvr>
                                        <p:cTn id="12" dur="500"/>
                                        <p:tgtEl>
                                          <p:spTgt spid="237"/>
                                        </p:tgtEl>
                                      </p:cBhvr>
                                    </p:animEffect>
                                  </p:childTnLst>
                                </p:cTn>
                              </p:par>
                            </p:childTnLst>
                          </p:cTn>
                        </p:par>
                        <p:par>
                          <p:cTn id="13" fill="hold">
                            <p:stCondLst>
                              <p:cond delay="0"/>
                            </p:stCondLst>
                            <p:childTnLst>
                              <p:par>
                                <p:cTn id="14" presetID="19" presetClass="entr" presetSubtype="5" fill="hold" nodeType="afterEffect">
                                  <p:stCondLst>
                                    <p:cond delay="0"/>
                                  </p:stCondLst>
                                  <p:iterate>
                                    <p:tmAbs val="0"/>
                                  </p:iterate>
                                  <p:childTnLst>
                                    <p:set>
                                      <p:cBhvr>
                                        <p:cTn id="15" fill="hold"/>
                                        <p:tgtEl>
                                          <p:spTgt spid="240"/>
                                        </p:tgtEl>
                                        <p:attrNameLst>
                                          <p:attrName>style.visibility</p:attrName>
                                        </p:attrNameLst>
                                      </p:cBhvr>
                                      <p:to>
                                        <p:strVal val="visible"/>
                                      </p:to>
                                    </p:set>
                                    <p:anim calcmode="lin" valueType="num">
                                      <p:cBhvr>
                                        <p:cTn id="16" dur="250" fill="hold"/>
                                        <p:tgtEl>
                                          <p:spTgt spid="240"/>
                                        </p:tgtEl>
                                        <p:attrNameLst>
                                          <p:attrName>ppt_w</p:attrName>
                                        </p:attrNameLst>
                                      </p:cBhvr>
                                      <p:tavLst>
                                        <p:tav tm="0">
                                          <p:val>
                                            <p:strVal val="#ppt_w"/>
                                          </p:val>
                                        </p:tav>
                                        <p:tav tm="100000">
                                          <p:val>
                                            <p:strVal val="#ppt_w"/>
                                          </p:val>
                                        </p:tav>
                                      </p:tavLst>
                                    </p:anim>
                                    <p:anim calcmode="lin" valueType="num">
                                      <p:cBhvr>
                                        <p:cTn id="17" dur="250" fill="hold"/>
                                        <p:tgtEl>
                                          <p:spTgt spid="240"/>
                                        </p:tgtEl>
                                        <p:attrNameLst>
                                          <p:attrName>ppt_h</p:attrName>
                                        </p:attrNameLst>
                                      </p:cBhvr>
                                      <p:tavLst>
                                        <p:tav tm="0" fmla="#ppt_h*sin(2.5*pi*$)">
                                          <p:val>
                                            <p:fltVal val="0"/>
                                          </p:val>
                                        </p:tav>
                                        <p:tav tm="100000">
                                          <p:val>
                                            <p:fltVal val="1"/>
                                          </p:val>
                                        </p:tav>
                                      </p:tavLst>
                                    </p:anim>
                                  </p:childTnLst>
                                </p:cTn>
                              </p:par>
                            </p:childTnLst>
                          </p:cTn>
                        </p:par>
                        <p:par>
                          <p:cTn id="18" fill="hold">
                            <p:stCondLst>
                              <p:cond delay="250"/>
                            </p:stCondLst>
                            <p:childTnLst>
                              <p:par>
                                <p:cTn id="19" presetID="18" presetClass="entr" presetSubtype="6" fill="hold" nodeType="afterEffect">
                                  <p:stCondLst>
                                    <p:cond delay="0"/>
                                  </p:stCondLst>
                                  <p:iterate>
                                    <p:tmAbs val="0"/>
                                  </p:iterate>
                                  <p:childTnLst>
                                    <p:set>
                                      <p:cBhvr>
                                        <p:cTn id="20" fill="hold"/>
                                        <p:tgtEl>
                                          <p:spTgt spid="241"/>
                                        </p:tgtEl>
                                        <p:attrNameLst>
                                          <p:attrName>style.visibility</p:attrName>
                                        </p:attrNameLst>
                                      </p:cBhvr>
                                      <p:to>
                                        <p:strVal val="visible"/>
                                      </p:to>
                                    </p:set>
                                    <p:animEffect transition="in" filter="strips(downRight)">
                                      <p:cBhvr>
                                        <p:cTn id="21" dur="1000"/>
                                        <p:tgtEl>
                                          <p:spTgt spid="241"/>
                                        </p:tgtEl>
                                      </p:cBhvr>
                                    </p:animEffect>
                                  </p:childTnLst>
                                </p:cTn>
                              </p:par>
                            </p:childTnLst>
                          </p:cTn>
                        </p:par>
                      </p:childTnLst>
                    </p:cTn>
                  </p:par>
                </p:childTnLst>
              </p:cTn>
              <p:prevCondLst>
                <p:cond evt="onPrev" delay="0"/>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 name="文本框 38"/>
          <p:cNvSpPr txBox="1"/>
          <p:nvPr/>
        </p:nvSpPr>
        <p:spPr>
          <a:xfrm>
            <a:off x="163512" y="2346325"/>
            <a:ext cx="3124201" cy="5740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3200" b="1">
                <a:solidFill>
                  <a:srgbClr val="A6A6A6"/>
                </a:solidFill>
                <a:latin typeface="微软雅黑"/>
                <a:ea typeface="微软雅黑"/>
                <a:cs typeface="微软雅黑"/>
                <a:sym typeface="微软雅黑"/>
              </a:defRPr>
            </a:lvl1pPr>
          </a:lstStyle>
          <a:p>
            <a:r>
              <a:t>CONTENTS</a:t>
            </a:r>
          </a:p>
        </p:txBody>
      </p:sp>
      <p:sp>
        <p:nvSpPr>
          <p:cNvPr id="319" name="文本框 11"/>
          <p:cNvSpPr txBox="1"/>
          <p:nvPr/>
        </p:nvSpPr>
        <p:spPr>
          <a:xfrm>
            <a:off x="1979613" y="1976438"/>
            <a:ext cx="815341" cy="5994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2800" b="1">
                <a:solidFill>
                  <a:srgbClr val="414455"/>
                </a:solidFill>
                <a:latin typeface="微软雅黑"/>
                <a:ea typeface="微软雅黑"/>
                <a:cs typeface="微软雅黑"/>
                <a:sym typeface="微软雅黑"/>
              </a:defRPr>
            </a:lvl1pPr>
          </a:lstStyle>
          <a:p>
            <a:r>
              <a:t>目录</a:t>
            </a:r>
          </a:p>
        </p:txBody>
      </p:sp>
      <p:sp>
        <p:nvSpPr>
          <p:cNvPr id="320" name="文本框 18"/>
          <p:cNvSpPr txBox="1"/>
          <p:nvPr/>
        </p:nvSpPr>
        <p:spPr>
          <a:xfrm>
            <a:off x="3984625" y="2114549"/>
            <a:ext cx="1014058" cy="36933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a:solidFill>
                  <a:srgbClr val="404040"/>
                </a:solidFill>
                <a:latin typeface="微软雅黑"/>
                <a:ea typeface="微软雅黑"/>
                <a:cs typeface="微软雅黑"/>
                <a:sym typeface="微软雅黑"/>
              </a:defRPr>
            </a:lvl1pPr>
          </a:lstStyle>
          <a:p>
            <a:r>
              <a:rPr lang="zh-CN" altLang="en-US" dirty="0"/>
              <a:t>选题背景</a:t>
            </a:r>
            <a:endParaRPr dirty="0"/>
          </a:p>
        </p:txBody>
      </p:sp>
      <p:grpSp>
        <p:nvGrpSpPr>
          <p:cNvPr id="323" name="组合 34"/>
          <p:cNvGrpSpPr/>
          <p:nvPr/>
        </p:nvGrpSpPr>
        <p:grpSpPr>
          <a:xfrm>
            <a:off x="3568895" y="2047874"/>
            <a:ext cx="414143" cy="497842"/>
            <a:chOff x="0" y="0"/>
            <a:chExt cx="414142" cy="497840"/>
          </a:xfrm>
        </p:grpSpPr>
        <p:sp>
          <p:nvSpPr>
            <p:cNvPr id="321" name="文本框 16"/>
            <p:cNvSpPr txBox="1"/>
            <p:nvPr/>
          </p:nvSpPr>
          <p:spPr>
            <a:xfrm>
              <a:off x="0" y="0"/>
              <a:ext cx="290622" cy="49784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t">
              <a:spAutoFit/>
            </a:bodyPr>
            <a:lstStyle>
              <a:lvl1pPr algn="ctr">
                <a:defRPr sz="2800">
                  <a:solidFill>
                    <a:srgbClr val="414455"/>
                  </a:solidFill>
                </a:defRPr>
              </a:lvl1pPr>
            </a:lstStyle>
            <a:p>
              <a:r>
                <a:t>1</a:t>
              </a:r>
            </a:p>
          </p:txBody>
        </p:sp>
        <p:sp>
          <p:nvSpPr>
            <p:cNvPr id="322" name="直接连接符 17"/>
            <p:cNvSpPr/>
            <p:nvPr/>
          </p:nvSpPr>
          <p:spPr>
            <a:xfrm flipH="1">
              <a:off x="168079" y="179388"/>
              <a:ext cx="246064" cy="247650"/>
            </a:xfrm>
            <a:prstGeom prst="line">
              <a:avLst/>
            </a:prstGeom>
            <a:noFill/>
            <a:ln w="9525" cap="flat">
              <a:solidFill>
                <a:srgbClr val="5C307D"/>
              </a:solidFill>
              <a:prstDash val="solid"/>
              <a:round/>
            </a:ln>
            <a:effectLst/>
          </p:spPr>
          <p:txBody>
            <a:bodyPr wrap="square" lIns="45719" tIns="45719" rIns="45719" bIns="45719" numCol="1" anchor="t">
              <a:noAutofit/>
            </a:bodyPr>
            <a:lstStyle/>
            <a:p>
              <a:endParaRPr/>
            </a:p>
          </p:txBody>
        </p:sp>
      </p:grpSp>
      <p:sp>
        <p:nvSpPr>
          <p:cNvPr id="324" name="文本框 21"/>
          <p:cNvSpPr txBox="1"/>
          <p:nvPr/>
        </p:nvSpPr>
        <p:spPr>
          <a:xfrm>
            <a:off x="6570663" y="2139949"/>
            <a:ext cx="927496"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1600">
                <a:solidFill>
                  <a:srgbClr val="404040"/>
                </a:solidFill>
                <a:latin typeface="微软雅黑"/>
                <a:ea typeface="微软雅黑"/>
                <a:cs typeface="微软雅黑"/>
                <a:sym typeface="微软雅黑"/>
              </a:defRPr>
            </a:lvl1pPr>
          </a:lstStyle>
          <a:p>
            <a:r>
              <a:rPr lang="zh-CN" altLang="en-US" dirty="0"/>
              <a:t>进度安排</a:t>
            </a:r>
            <a:endParaRPr dirty="0"/>
          </a:p>
        </p:txBody>
      </p:sp>
      <p:grpSp>
        <p:nvGrpSpPr>
          <p:cNvPr id="327" name="组合 35"/>
          <p:cNvGrpSpPr/>
          <p:nvPr/>
        </p:nvGrpSpPr>
        <p:grpSpPr>
          <a:xfrm>
            <a:off x="6124934" y="2057399"/>
            <a:ext cx="445729" cy="497842"/>
            <a:chOff x="0" y="0"/>
            <a:chExt cx="445728" cy="497840"/>
          </a:xfrm>
        </p:grpSpPr>
        <p:sp>
          <p:nvSpPr>
            <p:cNvPr id="325" name="文本框 20"/>
            <p:cNvSpPr txBox="1"/>
            <p:nvPr/>
          </p:nvSpPr>
          <p:spPr>
            <a:xfrm>
              <a:off x="0" y="0"/>
              <a:ext cx="290622" cy="49784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t">
              <a:spAutoFit/>
            </a:bodyPr>
            <a:lstStyle>
              <a:lvl1pPr algn="ctr">
                <a:defRPr sz="2800">
                  <a:solidFill>
                    <a:srgbClr val="414455"/>
                  </a:solidFill>
                </a:defRPr>
              </a:lvl1pPr>
            </a:lstStyle>
            <a:p>
              <a:r>
                <a:t>4</a:t>
              </a:r>
            </a:p>
          </p:txBody>
        </p:sp>
        <p:sp>
          <p:nvSpPr>
            <p:cNvPr id="326" name="直接连接符 20"/>
            <p:cNvSpPr/>
            <p:nvPr/>
          </p:nvSpPr>
          <p:spPr>
            <a:xfrm flipH="1">
              <a:off x="199666" y="169863"/>
              <a:ext cx="246063" cy="246062"/>
            </a:xfrm>
            <a:prstGeom prst="line">
              <a:avLst/>
            </a:prstGeom>
            <a:noFill/>
            <a:ln w="9525" cap="flat">
              <a:solidFill>
                <a:srgbClr val="5C307D"/>
              </a:solidFill>
              <a:prstDash val="solid"/>
              <a:round/>
            </a:ln>
            <a:effectLst/>
          </p:spPr>
          <p:txBody>
            <a:bodyPr wrap="square" lIns="45719" tIns="45719" rIns="45719" bIns="45719" numCol="1" anchor="t">
              <a:noAutofit/>
            </a:bodyPr>
            <a:lstStyle/>
            <a:p>
              <a:endParaRPr/>
            </a:p>
          </p:txBody>
        </p:sp>
      </p:grpSp>
      <p:sp>
        <p:nvSpPr>
          <p:cNvPr id="328" name="文本框 24"/>
          <p:cNvSpPr txBox="1"/>
          <p:nvPr/>
        </p:nvSpPr>
        <p:spPr>
          <a:xfrm>
            <a:off x="3984625" y="2693988"/>
            <a:ext cx="1015661" cy="36933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a:solidFill>
                  <a:srgbClr val="404040"/>
                </a:solidFill>
                <a:latin typeface="微软雅黑"/>
                <a:ea typeface="微软雅黑"/>
                <a:cs typeface="微软雅黑"/>
                <a:sym typeface="微软雅黑"/>
              </a:defRPr>
            </a:lvl1pPr>
          </a:lstStyle>
          <a:p>
            <a:r>
              <a:rPr lang="zh-CN" altLang="en-US" dirty="0"/>
              <a:t>问题描述</a:t>
            </a:r>
            <a:endParaRPr dirty="0"/>
          </a:p>
        </p:txBody>
      </p:sp>
      <p:grpSp>
        <p:nvGrpSpPr>
          <p:cNvPr id="331" name="组合 36"/>
          <p:cNvGrpSpPr/>
          <p:nvPr/>
        </p:nvGrpSpPr>
        <p:grpSpPr>
          <a:xfrm>
            <a:off x="3568895" y="2627313"/>
            <a:ext cx="414143" cy="497841"/>
            <a:chOff x="0" y="0"/>
            <a:chExt cx="414142" cy="497840"/>
          </a:xfrm>
        </p:grpSpPr>
        <p:sp>
          <p:nvSpPr>
            <p:cNvPr id="329" name="文本框 23"/>
            <p:cNvSpPr txBox="1"/>
            <p:nvPr/>
          </p:nvSpPr>
          <p:spPr>
            <a:xfrm>
              <a:off x="0" y="0"/>
              <a:ext cx="290622" cy="49784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t">
              <a:spAutoFit/>
            </a:bodyPr>
            <a:lstStyle>
              <a:lvl1pPr algn="ctr">
                <a:defRPr sz="2800">
                  <a:solidFill>
                    <a:srgbClr val="414455"/>
                  </a:solidFill>
                </a:defRPr>
              </a:lvl1pPr>
            </a:lstStyle>
            <a:p>
              <a:r>
                <a:t>2</a:t>
              </a:r>
            </a:p>
          </p:txBody>
        </p:sp>
        <p:sp>
          <p:nvSpPr>
            <p:cNvPr id="330" name="直接连接符 23"/>
            <p:cNvSpPr/>
            <p:nvPr/>
          </p:nvSpPr>
          <p:spPr>
            <a:xfrm flipH="1">
              <a:off x="168079" y="179386"/>
              <a:ext cx="246064" cy="246064"/>
            </a:xfrm>
            <a:prstGeom prst="line">
              <a:avLst/>
            </a:prstGeom>
            <a:noFill/>
            <a:ln w="9525" cap="flat">
              <a:solidFill>
                <a:srgbClr val="5C307D"/>
              </a:solidFill>
              <a:prstDash val="solid"/>
              <a:round/>
            </a:ln>
            <a:effectLst/>
          </p:spPr>
          <p:txBody>
            <a:bodyPr wrap="square" lIns="45719" tIns="45719" rIns="45719" bIns="45719" numCol="1" anchor="t">
              <a:noAutofit/>
            </a:bodyPr>
            <a:lstStyle/>
            <a:p>
              <a:endParaRPr/>
            </a:p>
          </p:txBody>
        </p:sp>
      </p:grpSp>
      <p:sp>
        <p:nvSpPr>
          <p:cNvPr id="332" name="文本框 27"/>
          <p:cNvSpPr txBox="1"/>
          <p:nvPr/>
        </p:nvSpPr>
        <p:spPr>
          <a:xfrm>
            <a:off x="6570663" y="2719388"/>
            <a:ext cx="913068"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1600">
                <a:solidFill>
                  <a:srgbClr val="404040"/>
                </a:solidFill>
                <a:latin typeface="微软雅黑"/>
                <a:ea typeface="微软雅黑"/>
                <a:cs typeface="微软雅黑"/>
                <a:sym typeface="微软雅黑"/>
              </a:defRPr>
            </a:lvl1pPr>
          </a:lstStyle>
          <a:p>
            <a:r>
              <a:rPr lang="zh-CN" altLang="en-US" dirty="0"/>
              <a:t>项目难点</a:t>
            </a:r>
            <a:endParaRPr dirty="0"/>
          </a:p>
        </p:txBody>
      </p:sp>
      <p:grpSp>
        <p:nvGrpSpPr>
          <p:cNvPr id="335" name="组合 37"/>
          <p:cNvGrpSpPr/>
          <p:nvPr/>
        </p:nvGrpSpPr>
        <p:grpSpPr>
          <a:xfrm>
            <a:off x="6124934" y="2636838"/>
            <a:ext cx="445729" cy="497841"/>
            <a:chOff x="0" y="0"/>
            <a:chExt cx="445728" cy="497840"/>
          </a:xfrm>
        </p:grpSpPr>
        <p:sp>
          <p:nvSpPr>
            <p:cNvPr id="333" name="文本框 26"/>
            <p:cNvSpPr txBox="1"/>
            <p:nvPr/>
          </p:nvSpPr>
          <p:spPr>
            <a:xfrm>
              <a:off x="0" y="0"/>
              <a:ext cx="290622" cy="49784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t">
              <a:spAutoFit/>
            </a:bodyPr>
            <a:lstStyle>
              <a:lvl1pPr algn="ctr">
                <a:defRPr sz="2800">
                  <a:solidFill>
                    <a:srgbClr val="414455"/>
                  </a:solidFill>
                </a:defRPr>
              </a:lvl1pPr>
            </a:lstStyle>
            <a:p>
              <a:r>
                <a:t>5</a:t>
              </a:r>
            </a:p>
          </p:txBody>
        </p:sp>
        <p:sp>
          <p:nvSpPr>
            <p:cNvPr id="334" name="直接连接符 26"/>
            <p:cNvSpPr/>
            <p:nvPr/>
          </p:nvSpPr>
          <p:spPr>
            <a:xfrm flipH="1">
              <a:off x="199666" y="169862"/>
              <a:ext cx="246063" cy="246063"/>
            </a:xfrm>
            <a:prstGeom prst="line">
              <a:avLst/>
            </a:prstGeom>
            <a:noFill/>
            <a:ln w="9525" cap="flat">
              <a:solidFill>
                <a:srgbClr val="5C307D"/>
              </a:solidFill>
              <a:prstDash val="solid"/>
              <a:round/>
            </a:ln>
            <a:effectLst/>
          </p:spPr>
          <p:txBody>
            <a:bodyPr wrap="square" lIns="45719" tIns="45719" rIns="45719" bIns="45719" numCol="1" anchor="t">
              <a:noAutofit/>
            </a:bodyPr>
            <a:lstStyle/>
            <a:p>
              <a:endParaRPr/>
            </a:p>
          </p:txBody>
        </p:sp>
      </p:grpSp>
      <p:sp>
        <p:nvSpPr>
          <p:cNvPr id="336" name="文本框 30"/>
          <p:cNvSpPr txBox="1"/>
          <p:nvPr/>
        </p:nvSpPr>
        <p:spPr>
          <a:xfrm>
            <a:off x="3984625" y="3267074"/>
            <a:ext cx="1015661" cy="36933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a:solidFill>
                  <a:srgbClr val="404040"/>
                </a:solidFill>
                <a:latin typeface="微软雅黑"/>
                <a:ea typeface="微软雅黑"/>
                <a:cs typeface="微软雅黑"/>
                <a:sym typeface="微软雅黑"/>
              </a:defRPr>
            </a:lvl1pPr>
          </a:lstStyle>
          <a:p>
            <a:r>
              <a:rPr lang="zh-CN" altLang="en-US" dirty="0"/>
              <a:t>解决方案</a:t>
            </a:r>
            <a:endParaRPr dirty="0"/>
          </a:p>
        </p:txBody>
      </p:sp>
      <p:grpSp>
        <p:nvGrpSpPr>
          <p:cNvPr id="339" name="组合 38"/>
          <p:cNvGrpSpPr/>
          <p:nvPr/>
        </p:nvGrpSpPr>
        <p:grpSpPr>
          <a:xfrm>
            <a:off x="3568895" y="3200399"/>
            <a:ext cx="414143" cy="497842"/>
            <a:chOff x="0" y="0"/>
            <a:chExt cx="414142" cy="497840"/>
          </a:xfrm>
        </p:grpSpPr>
        <p:sp>
          <p:nvSpPr>
            <p:cNvPr id="337" name="文本框 29"/>
            <p:cNvSpPr txBox="1"/>
            <p:nvPr/>
          </p:nvSpPr>
          <p:spPr>
            <a:xfrm>
              <a:off x="0" y="0"/>
              <a:ext cx="290622" cy="49784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t">
              <a:spAutoFit/>
            </a:bodyPr>
            <a:lstStyle>
              <a:lvl1pPr algn="ctr">
                <a:defRPr sz="2800">
                  <a:solidFill>
                    <a:srgbClr val="414455"/>
                  </a:solidFill>
                </a:defRPr>
              </a:lvl1pPr>
            </a:lstStyle>
            <a:p>
              <a:r>
                <a:t>3</a:t>
              </a:r>
            </a:p>
          </p:txBody>
        </p:sp>
        <p:sp>
          <p:nvSpPr>
            <p:cNvPr id="338" name="直接连接符 29"/>
            <p:cNvSpPr/>
            <p:nvPr/>
          </p:nvSpPr>
          <p:spPr>
            <a:xfrm flipH="1">
              <a:off x="168079" y="179388"/>
              <a:ext cx="246064" cy="247650"/>
            </a:xfrm>
            <a:prstGeom prst="line">
              <a:avLst/>
            </a:prstGeom>
            <a:noFill/>
            <a:ln w="9525" cap="flat">
              <a:solidFill>
                <a:srgbClr val="5C307D"/>
              </a:solidFill>
              <a:prstDash val="solid"/>
              <a:round/>
            </a:ln>
            <a:effectLst/>
          </p:spPr>
          <p:txBody>
            <a:bodyPr wrap="square" lIns="45719" tIns="45719" rIns="45719" bIns="45719" numCol="1" anchor="t">
              <a:noAutofit/>
            </a:bodyPr>
            <a:lstStyle/>
            <a:p>
              <a:endParaRPr/>
            </a:p>
          </p:txBody>
        </p:sp>
      </p:grpSp>
      <p:sp>
        <p:nvSpPr>
          <p:cNvPr id="340" name="文本框 33"/>
          <p:cNvSpPr txBox="1"/>
          <p:nvPr/>
        </p:nvSpPr>
        <p:spPr>
          <a:xfrm>
            <a:off x="6570663" y="3292474"/>
            <a:ext cx="913068"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1600">
                <a:solidFill>
                  <a:srgbClr val="404040"/>
                </a:solidFill>
                <a:latin typeface="微软雅黑"/>
                <a:ea typeface="微软雅黑"/>
                <a:cs typeface="微软雅黑"/>
                <a:sym typeface="微软雅黑"/>
              </a:defRPr>
            </a:lvl1pPr>
          </a:lstStyle>
          <a:p>
            <a:r>
              <a:rPr lang="zh-CN" altLang="en-US" dirty="0"/>
              <a:t>小组部分</a:t>
            </a:r>
            <a:endParaRPr dirty="0"/>
          </a:p>
        </p:txBody>
      </p:sp>
      <p:grpSp>
        <p:nvGrpSpPr>
          <p:cNvPr id="343" name="组合 39"/>
          <p:cNvGrpSpPr/>
          <p:nvPr/>
        </p:nvGrpSpPr>
        <p:grpSpPr>
          <a:xfrm>
            <a:off x="6124934" y="3211513"/>
            <a:ext cx="445729" cy="497841"/>
            <a:chOff x="0" y="0"/>
            <a:chExt cx="445728" cy="497840"/>
          </a:xfrm>
        </p:grpSpPr>
        <p:sp>
          <p:nvSpPr>
            <p:cNvPr id="341" name="文本框 32"/>
            <p:cNvSpPr txBox="1"/>
            <p:nvPr/>
          </p:nvSpPr>
          <p:spPr>
            <a:xfrm>
              <a:off x="0" y="0"/>
              <a:ext cx="290622" cy="49784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t">
              <a:spAutoFit/>
            </a:bodyPr>
            <a:lstStyle>
              <a:lvl1pPr algn="ctr">
                <a:defRPr sz="2800">
                  <a:solidFill>
                    <a:srgbClr val="414455"/>
                  </a:solidFill>
                </a:defRPr>
              </a:lvl1pPr>
            </a:lstStyle>
            <a:p>
              <a:r>
                <a:t>6</a:t>
              </a:r>
            </a:p>
          </p:txBody>
        </p:sp>
        <p:sp>
          <p:nvSpPr>
            <p:cNvPr id="342" name="直接连接符 32"/>
            <p:cNvSpPr/>
            <p:nvPr/>
          </p:nvSpPr>
          <p:spPr>
            <a:xfrm flipH="1">
              <a:off x="199666" y="169861"/>
              <a:ext cx="246063" cy="244476"/>
            </a:xfrm>
            <a:prstGeom prst="line">
              <a:avLst/>
            </a:prstGeom>
            <a:noFill/>
            <a:ln w="9525" cap="flat">
              <a:solidFill>
                <a:srgbClr val="5C307D"/>
              </a:solidFill>
              <a:prstDash val="solid"/>
              <a:round/>
            </a:ln>
            <a:effectLst/>
          </p:spPr>
          <p:txBody>
            <a:bodyPr wrap="square" lIns="45719" tIns="45719" rIns="45719" bIns="45719" numCol="1" anchor="t">
              <a:noAutofit/>
            </a:bodyPr>
            <a:lstStyle/>
            <a:p>
              <a:endParaRPr/>
            </a:p>
          </p:txBody>
        </p:sp>
      </p:grpSp>
      <p:sp>
        <p:nvSpPr>
          <p:cNvPr id="344" name="直接连接符 33"/>
          <p:cNvSpPr/>
          <p:nvPr/>
        </p:nvSpPr>
        <p:spPr>
          <a:xfrm>
            <a:off x="3278187" y="2139950"/>
            <a:ext cx="1" cy="1546226"/>
          </a:xfrm>
          <a:prstGeom prst="line">
            <a:avLst/>
          </a:prstGeom>
          <a:ln>
            <a:solidFill>
              <a:srgbClr val="808080"/>
            </a:solidFill>
          </a:ln>
        </p:spPr>
        <p:txBody>
          <a:bodyPr lIns="45719" rIns="45719"/>
          <a:lstStyle/>
          <a:p>
            <a:endParaRPr/>
          </a:p>
        </p:txBody>
      </p:sp>
    </p:spTree>
  </p:cSld>
  <p:clrMapOvr>
    <a:masterClrMapping/>
  </p:clrMapOvr>
  <mc:AlternateContent xmlns:mc="http://schemas.openxmlformats.org/markup-compatibility/2006" xmlns:p14="http://schemas.microsoft.com/office/powerpoint/2010/main">
    <mc:Choice Requires="p14">
      <p:transition spd="slow" p14:dur="1200" advClick="0" advTm="0">
        <p:dissolve/>
      </p:transition>
    </mc:Choice>
    <mc:Fallback xmlns:a14="http://schemas.microsoft.com/office/drawing/2010/main" xmlns:m="http://schemas.openxmlformats.org/officeDocument/2006/math"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9" presetClass="entr" fill="hold" grpId="0" nodeType="afterEffect">
                                  <p:stCondLst>
                                    <p:cond delay="0"/>
                                  </p:stCondLst>
                                  <p:iterate>
                                    <p:tmAbs val="0"/>
                                  </p:iterate>
                                  <p:childTnLst>
                                    <p:set>
                                      <p:cBhvr>
                                        <p:cTn id="6" fill="hold"/>
                                        <p:tgtEl>
                                          <p:spTgt spid="319"/>
                                        </p:tgtEl>
                                        <p:attrNameLst>
                                          <p:attrName>style.visibility</p:attrName>
                                        </p:attrNameLst>
                                      </p:cBhvr>
                                      <p:to>
                                        <p:strVal val="visible"/>
                                      </p:to>
                                    </p:set>
                                    <p:animEffect transition="in" filter="dissolve">
                                      <p:cBhvr>
                                        <p:cTn id="7" dur="750"/>
                                        <p:tgtEl>
                                          <p:spTgt spid="319"/>
                                        </p:tgtEl>
                                      </p:cBhvr>
                                    </p:animEffect>
                                  </p:childTnLst>
                                </p:cTn>
                              </p:par>
                            </p:childTnLst>
                          </p:cTn>
                        </p:par>
                        <p:par>
                          <p:cTn id="8" fill="hold">
                            <p:stCondLst>
                              <p:cond delay="750"/>
                            </p:stCondLst>
                            <p:childTnLst>
                              <p:par>
                                <p:cTn id="9" presetID="9" presetClass="entr" fill="hold" grpId="0" nodeType="afterEffect">
                                  <p:stCondLst>
                                    <p:cond delay="0"/>
                                  </p:stCondLst>
                                  <p:iterate>
                                    <p:tmAbs val="0"/>
                                  </p:iterate>
                                  <p:childTnLst>
                                    <p:set>
                                      <p:cBhvr>
                                        <p:cTn id="10" fill="hold"/>
                                        <p:tgtEl>
                                          <p:spTgt spid="318"/>
                                        </p:tgtEl>
                                        <p:attrNameLst>
                                          <p:attrName>style.visibility</p:attrName>
                                        </p:attrNameLst>
                                      </p:cBhvr>
                                      <p:to>
                                        <p:strVal val="visible"/>
                                      </p:to>
                                    </p:set>
                                    <p:animEffect transition="in" filter="dissolve">
                                      <p:cBhvr>
                                        <p:cTn id="11" dur="750"/>
                                        <p:tgtEl>
                                          <p:spTgt spid="318"/>
                                        </p:tgtEl>
                                      </p:cBhvr>
                                    </p:animEffect>
                                  </p:childTnLst>
                                </p:cTn>
                              </p:par>
                            </p:childTnLst>
                          </p:cTn>
                        </p:par>
                        <p:par>
                          <p:cTn id="12" fill="hold">
                            <p:stCondLst>
                              <p:cond delay="1500"/>
                            </p:stCondLst>
                            <p:childTnLst>
                              <p:par>
                                <p:cTn id="13" presetID="2" presetClass="entr" presetSubtype="1" fill="hold" grpId="0" nodeType="afterEffect">
                                  <p:stCondLst>
                                    <p:cond delay="0"/>
                                  </p:stCondLst>
                                  <p:iterate>
                                    <p:tmAbs val="0"/>
                                  </p:iterate>
                                  <p:childTnLst>
                                    <p:set>
                                      <p:cBhvr>
                                        <p:cTn id="14" fill="hold"/>
                                        <p:tgtEl>
                                          <p:spTgt spid="344"/>
                                        </p:tgtEl>
                                        <p:attrNameLst>
                                          <p:attrName>style.visibility</p:attrName>
                                        </p:attrNameLst>
                                      </p:cBhvr>
                                      <p:to>
                                        <p:strVal val="visible"/>
                                      </p:to>
                                    </p:set>
                                    <p:anim calcmode="lin" valueType="num">
                                      <p:cBhvr>
                                        <p:cTn id="15" dur="500" fill="hold"/>
                                        <p:tgtEl>
                                          <p:spTgt spid="344"/>
                                        </p:tgtEl>
                                        <p:attrNameLst>
                                          <p:attrName>ppt_x</p:attrName>
                                        </p:attrNameLst>
                                      </p:cBhvr>
                                      <p:tavLst>
                                        <p:tav tm="0">
                                          <p:val>
                                            <p:strVal val="#ppt_x"/>
                                          </p:val>
                                        </p:tav>
                                        <p:tav tm="100000">
                                          <p:val>
                                            <p:strVal val="#ppt_x"/>
                                          </p:val>
                                        </p:tav>
                                      </p:tavLst>
                                    </p:anim>
                                    <p:anim calcmode="lin" valueType="num">
                                      <p:cBhvr>
                                        <p:cTn id="16" dur="500" fill="hold"/>
                                        <p:tgtEl>
                                          <p:spTgt spid="344"/>
                                        </p:tgtEl>
                                        <p:attrNameLst>
                                          <p:attrName>ppt_y</p:attrName>
                                        </p:attrNameLst>
                                      </p:cBhvr>
                                      <p:tavLst>
                                        <p:tav tm="0">
                                          <p:val>
                                            <p:strVal val="0-#ppt_h/2"/>
                                          </p:val>
                                        </p:tav>
                                        <p:tav tm="100000">
                                          <p:val>
                                            <p:strVal val="#ppt_y"/>
                                          </p:val>
                                        </p:tav>
                                      </p:tavLst>
                                    </p:anim>
                                  </p:childTnLst>
                                </p:cTn>
                              </p:par>
                            </p:childTnLst>
                          </p:cTn>
                        </p:par>
                        <p:par>
                          <p:cTn id="17" fill="hold">
                            <p:stCondLst>
                              <p:cond delay="2000"/>
                            </p:stCondLst>
                            <p:childTnLst>
                              <p:par>
                                <p:cTn id="18" presetID="9" presetClass="entr" fill="hold" grpId="0" nodeType="afterEffect">
                                  <p:stCondLst>
                                    <p:cond delay="0"/>
                                  </p:stCondLst>
                                  <p:iterate>
                                    <p:tmAbs val="0"/>
                                  </p:iterate>
                                  <p:childTnLst>
                                    <p:set>
                                      <p:cBhvr>
                                        <p:cTn id="19" fill="hold"/>
                                        <p:tgtEl>
                                          <p:spTgt spid="323"/>
                                        </p:tgtEl>
                                        <p:attrNameLst>
                                          <p:attrName>style.visibility</p:attrName>
                                        </p:attrNameLst>
                                      </p:cBhvr>
                                      <p:to>
                                        <p:strVal val="visible"/>
                                      </p:to>
                                    </p:set>
                                    <p:animEffect transition="in" filter="dissolve">
                                      <p:cBhvr>
                                        <p:cTn id="20" dur="1000"/>
                                        <p:tgtEl>
                                          <p:spTgt spid="323"/>
                                        </p:tgtEl>
                                      </p:cBhvr>
                                    </p:animEffect>
                                  </p:childTnLst>
                                </p:cTn>
                              </p:par>
                            </p:childTnLst>
                          </p:cTn>
                        </p:par>
                        <p:par>
                          <p:cTn id="21" fill="hold">
                            <p:stCondLst>
                              <p:cond delay="0"/>
                            </p:stCondLst>
                            <p:childTnLst>
                              <p:par>
                                <p:cTn id="22" presetID="-1" presetClass="path" presetSubtype="0" accel="50000" decel="50000" fill="hold" nodeType="afterEffect">
                                  <p:stCondLst>
                                    <p:cond delay="0"/>
                                  </p:stCondLst>
                                  <p:childTnLst>
                                    <p:animMotion origin="layout" path="M 0.000000 0.000000 L 0.037369 -0.041213" pathEditMode="relative">
                                      <p:cBhvr>
                                        <p:cTn id="23" dur="700" fill="hold"/>
                                        <p:tgtEl>
                                          <p:spTgt spid="323"/>
                                        </p:tgtEl>
                                        <p:attrNameLst>
                                          <p:attrName>ppt_x</p:attrName>
                                          <p:attrName>ppt_y</p:attrName>
                                        </p:attrNameLst>
                                      </p:cBhvr>
                                    </p:animMotion>
                                  </p:childTnLst>
                                </p:cTn>
                              </p:par>
                            </p:childTnLst>
                          </p:cTn>
                        </p:par>
                        <p:par>
                          <p:cTn id="24" fill="hold">
                            <p:stCondLst>
                              <p:cond delay="700"/>
                            </p:stCondLst>
                            <p:childTnLst>
                              <p:par>
                                <p:cTn id="25" presetID="22" presetClass="entr" presetSubtype="8" fill="hold" grpId="0" nodeType="afterEffect">
                                  <p:stCondLst>
                                    <p:cond delay="250"/>
                                  </p:stCondLst>
                                  <p:iterate>
                                    <p:tmAbs val="0"/>
                                  </p:iterate>
                                  <p:childTnLst>
                                    <p:set>
                                      <p:cBhvr>
                                        <p:cTn id="26" fill="hold"/>
                                        <p:tgtEl>
                                          <p:spTgt spid="320"/>
                                        </p:tgtEl>
                                        <p:attrNameLst>
                                          <p:attrName>style.visibility</p:attrName>
                                        </p:attrNameLst>
                                      </p:cBhvr>
                                      <p:to>
                                        <p:strVal val="visible"/>
                                      </p:to>
                                    </p:set>
                                    <p:animEffect transition="in" filter="wipe(left)">
                                      <p:cBhvr>
                                        <p:cTn id="27" dur="500"/>
                                        <p:tgtEl>
                                          <p:spTgt spid="320"/>
                                        </p:tgtEl>
                                      </p:cBhvr>
                                    </p:animEffect>
                                  </p:childTnLst>
                                </p:cTn>
                              </p:par>
                            </p:childTnLst>
                          </p:cTn>
                        </p:par>
                        <p:par>
                          <p:cTn id="28" fill="hold">
                            <p:stCondLst>
                              <p:cond delay="1450"/>
                            </p:stCondLst>
                            <p:childTnLst>
                              <p:par>
                                <p:cTn id="29" presetID="9" presetClass="entr" fill="hold" grpId="0" nodeType="afterEffect">
                                  <p:stCondLst>
                                    <p:cond delay="250"/>
                                  </p:stCondLst>
                                  <p:iterate>
                                    <p:tmAbs val="0"/>
                                  </p:iterate>
                                  <p:childTnLst>
                                    <p:set>
                                      <p:cBhvr>
                                        <p:cTn id="30" fill="hold"/>
                                        <p:tgtEl>
                                          <p:spTgt spid="331"/>
                                        </p:tgtEl>
                                        <p:attrNameLst>
                                          <p:attrName>style.visibility</p:attrName>
                                        </p:attrNameLst>
                                      </p:cBhvr>
                                      <p:to>
                                        <p:strVal val="visible"/>
                                      </p:to>
                                    </p:set>
                                    <p:animEffect transition="in" filter="dissolve">
                                      <p:cBhvr>
                                        <p:cTn id="31" dur="1000"/>
                                        <p:tgtEl>
                                          <p:spTgt spid="331"/>
                                        </p:tgtEl>
                                      </p:cBhvr>
                                    </p:animEffect>
                                  </p:childTnLst>
                                </p:cTn>
                              </p:par>
                            </p:childTnLst>
                          </p:cTn>
                        </p:par>
                        <p:par>
                          <p:cTn id="32" fill="hold">
                            <p:stCondLst>
                              <p:cond delay="0"/>
                            </p:stCondLst>
                            <p:childTnLst>
                              <p:par>
                                <p:cTn id="33" presetID="-1" presetClass="path" presetSubtype="0" accel="50000" decel="50000" fill="hold" nodeType="afterEffect">
                                  <p:stCondLst>
                                    <p:cond delay="250"/>
                                  </p:stCondLst>
                                  <p:childTnLst>
                                    <p:animMotion origin="layout" path="M 0.000000 0.000000 L 0.037369 -0.041197" pathEditMode="relative">
                                      <p:cBhvr>
                                        <p:cTn id="34" dur="700" fill="hold"/>
                                        <p:tgtEl>
                                          <p:spTgt spid="331"/>
                                        </p:tgtEl>
                                        <p:attrNameLst>
                                          <p:attrName>ppt_x</p:attrName>
                                          <p:attrName>ppt_y</p:attrName>
                                        </p:attrNameLst>
                                      </p:cBhvr>
                                    </p:animMotion>
                                  </p:childTnLst>
                                </p:cTn>
                              </p:par>
                            </p:childTnLst>
                          </p:cTn>
                        </p:par>
                        <p:par>
                          <p:cTn id="35" fill="hold">
                            <p:stCondLst>
                              <p:cond delay="950"/>
                            </p:stCondLst>
                            <p:childTnLst>
                              <p:par>
                                <p:cTn id="36" presetID="22" presetClass="entr" presetSubtype="8" fill="hold" grpId="0" nodeType="afterEffect">
                                  <p:stCondLst>
                                    <p:cond delay="500"/>
                                  </p:stCondLst>
                                  <p:iterate>
                                    <p:tmAbs val="0"/>
                                  </p:iterate>
                                  <p:childTnLst>
                                    <p:set>
                                      <p:cBhvr>
                                        <p:cTn id="37" fill="hold"/>
                                        <p:tgtEl>
                                          <p:spTgt spid="328"/>
                                        </p:tgtEl>
                                        <p:attrNameLst>
                                          <p:attrName>style.visibility</p:attrName>
                                        </p:attrNameLst>
                                      </p:cBhvr>
                                      <p:to>
                                        <p:strVal val="visible"/>
                                      </p:to>
                                    </p:set>
                                    <p:animEffect transition="in" filter="wipe(left)">
                                      <p:cBhvr>
                                        <p:cTn id="38" dur="500"/>
                                        <p:tgtEl>
                                          <p:spTgt spid="328"/>
                                        </p:tgtEl>
                                      </p:cBhvr>
                                    </p:animEffect>
                                  </p:childTnLst>
                                </p:cTn>
                              </p:par>
                            </p:childTnLst>
                          </p:cTn>
                        </p:par>
                        <p:par>
                          <p:cTn id="39" fill="hold">
                            <p:stCondLst>
                              <p:cond delay="1950"/>
                            </p:stCondLst>
                            <p:childTnLst>
                              <p:par>
                                <p:cTn id="40" presetID="9" presetClass="entr" fill="hold" grpId="0" nodeType="afterEffect">
                                  <p:stCondLst>
                                    <p:cond delay="500"/>
                                  </p:stCondLst>
                                  <p:iterate>
                                    <p:tmAbs val="0"/>
                                  </p:iterate>
                                  <p:childTnLst>
                                    <p:set>
                                      <p:cBhvr>
                                        <p:cTn id="41" fill="hold"/>
                                        <p:tgtEl>
                                          <p:spTgt spid="339"/>
                                        </p:tgtEl>
                                        <p:attrNameLst>
                                          <p:attrName>style.visibility</p:attrName>
                                        </p:attrNameLst>
                                      </p:cBhvr>
                                      <p:to>
                                        <p:strVal val="visible"/>
                                      </p:to>
                                    </p:set>
                                    <p:animEffect transition="in" filter="dissolve">
                                      <p:cBhvr>
                                        <p:cTn id="42" dur="1000"/>
                                        <p:tgtEl>
                                          <p:spTgt spid="339"/>
                                        </p:tgtEl>
                                      </p:cBhvr>
                                    </p:animEffect>
                                  </p:childTnLst>
                                </p:cTn>
                              </p:par>
                            </p:childTnLst>
                          </p:cTn>
                        </p:par>
                        <p:par>
                          <p:cTn id="43" fill="hold">
                            <p:stCondLst>
                              <p:cond delay="0"/>
                            </p:stCondLst>
                            <p:childTnLst>
                              <p:par>
                                <p:cTn id="44" presetID="-1" presetClass="path" presetSubtype="0" accel="50000" decel="50000" fill="hold" nodeType="afterEffect">
                                  <p:stCondLst>
                                    <p:cond delay="500"/>
                                  </p:stCondLst>
                                  <p:childTnLst>
                                    <p:animMotion origin="layout" path="M 0.000000 0.000000 L 0.037369 -0.041201" pathEditMode="relative">
                                      <p:cBhvr>
                                        <p:cTn id="45" dur="700" fill="hold"/>
                                        <p:tgtEl>
                                          <p:spTgt spid="339"/>
                                        </p:tgtEl>
                                        <p:attrNameLst>
                                          <p:attrName>ppt_x</p:attrName>
                                          <p:attrName>ppt_y</p:attrName>
                                        </p:attrNameLst>
                                      </p:cBhvr>
                                    </p:animMotion>
                                  </p:childTnLst>
                                </p:cTn>
                              </p:par>
                            </p:childTnLst>
                          </p:cTn>
                        </p:par>
                        <p:par>
                          <p:cTn id="46" fill="hold">
                            <p:stCondLst>
                              <p:cond delay="1200"/>
                            </p:stCondLst>
                            <p:childTnLst>
                              <p:par>
                                <p:cTn id="47" presetID="22" presetClass="entr" presetSubtype="8" fill="hold" grpId="0" nodeType="afterEffect">
                                  <p:stCondLst>
                                    <p:cond delay="750"/>
                                  </p:stCondLst>
                                  <p:iterate>
                                    <p:tmAbs val="0"/>
                                  </p:iterate>
                                  <p:childTnLst>
                                    <p:set>
                                      <p:cBhvr>
                                        <p:cTn id="48" fill="hold"/>
                                        <p:tgtEl>
                                          <p:spTgt spid="336"/>
                                        </p:tgtEl>
                                        <p:attrNameLst>
                                          <p:attrName>style.visibility</p:attrName>
                                        </p:attrNameLst>
                                      </p:cBhvr>
                                      <p:to>
                                        <p:strVal val="visible"/>
                                      </p:to>
                                    </p:set>
                                    <p:animEffect transition="in" filter="wipe(left)">
                                      <p:cBhvr>
                                        <p:cTn id="49" dur="500"/>
                                        <p:tgtEl>
                                          <p:spTgt spid="336"/>
                                        </p:tgtEl>
                                      </p:cBhvr>
                                    </p:animEffect>
                                  </p:childTnLst>
                                </p:cTn>
                              </p:par>
                            </p:childTnLst>
                          </p:cTn>
                        </p:par>
                        <p:par>
                          <p:cTn id="50" fill="hold">
                            <p:stCondLst>
                              <p:cond delay="2450"/>
                            </p:stCondLst>
                            <p:childTnLst>
                              <p:par>
                                <p:cTn id="51" presetID="9" presetClass="entr" fill="hold" grpId="0" nodeType="afterEffect">
                                  <p:stCondLst>
                                    <p:cond delay="1000"/>
                                  </p:stCondLst>
                                  <p:iterate>
                                    <p:tmAbs val="0"/>
                                  </p:iterate>
                                  <p:childTnLst>
                                    <p:set>
                                      <p:cBhvr>
                                        <p:cTn id="52" fill="hold"/>
                                        <p:tgtEl>
                                          <p:spTgt spid="327"/>
                                        </p:tgtEl>
                                        <p:attrNameLst>
                                          <p:attrName>style.visibility</p:attrName>
                                        </p:attrNameLst>
                                      </p:cBhvr>
                                      <p:to>
                                        <p:strVal val="visible"/>
                                      </p:to>
                                    </p:set>
                                    <p:animEffect transition="in" filter="dissolve">
                                      <p:cBhvr>
                                        <p:cTn id="53" dur="1000"/>
                                        <p:tgtEl>
                                          <p:spTgt spid="327"/>
                                        </p:tgtEl>
                                      </p:cBhvr>
                                    </p:animEffect>
                                  </p:childTnLst>
                                </p:cTn>
                              </p:par>
                            </p:childTnLst>
                          </p:cTn>
                        </p:par>
                        <p:par>
                          <p:cTn id="54" fill="hold">
                            <p:stCondLst>
                              <p:cond delay="0"/>
                            </p:stCondLst>
                            <p:childTnLst>
                              <p:par>
                                <p:cTn id="55" presetID="-1" presetClass="path" presetSubtype="0" accel="50000" decel="50000" fill="hold" nodeType="afterEffect">
                                  <p:stCondLst>
                                    <p:cond delay="1000"/>
                                  </p:stCondLst>
                                  <p:childTnLst>
                                    <p:animMotion origin="layout" path="M 0.000000 0.000000 L 0.037369 -0.041213" pathEditMode="relative">
                                      <p:cBhvr>
                                        <p:cTn id="56" dur="700" fill="hold"/>
                                        <p:tgtEl>
                                          <p:spTgt spid="327"/>
                                        </p:tgtEl>
                                        <p:attrNameLst>
                                          <p:attrName>ppt_x</p:attrName>
                                          <p:attrName>ppt_y</p:attrName>
                                        </p:attrNameLst>
                                      </p:cBhvr>
                                    </p:animMotion>
                                  </p:childTnLst>
                                </p:cTn>
                              </p:par>
                            </p:childTnLst>
                          </p:cTn>
                        </p:par>
                        <p:par>
                          <p:cTn id="57" fill="hold">
                            <p:stCondLst>
                              <p:cond delay="1700"/>
                            </p:stCondLst>
                            <p:childTnLst>
                              <p:par>
                                <p:cTn id="58" presetID="22" presetClass="entr" presetSubtype="8" fill="hold" grpId="0" nodeType="afterEffect">
                                  <p:stCondLst>
                                    <p:cond delay="1250"/>
                                  </p:stCondLst>
                                  <p:iterate>
                                    <p:tmAbs val="0"/>
                                  </p:iterate>
                                  <p:childTnLst>
                                    <p:set>
                                      <p:cBhvr>
                                        <p:cTn id="59" fill="hold"/>
                                        <p:tgtEl>
                                          <p:spTgt spid="324"/>
                                        </p:tgtEl>
                                        <p:attrNameLst>
                                          <p:attrName>style.visibility</p:attrName>
                                        </p:attrNameLst>
                                      </p:cBhvr>
                                      <p:to>
                                        <p:strVal val="visible"/>
                                      </p:to>
                                    </p:set>
                                    <p:animEffect transition="in" filter="wipe(left)">
                                      <p:cBhvr>
                                        <p:cTn id="60" dur="500"/>
                                        <p:tgtEl>
                                          <p:spTgt spid="324"/>
                                        </p:tgtEl>
                                      </p:cBhvr>
                                    </p:animEffect>
                                  </p:childTnLst>
                                </p:cTn>
                              </p:par>
                            </p:childTnLst>
                          </p:cTn>
                        </p:par>
                        <p:par>
                          <p:cTn id="61" fill="hold">
                            <p:stCondLst>
                              <p:cond delay="3450"/>
                            </p:stCondLst>
                            <p:childTnLst>
                              <p:par>
                                <p:cTn id="62" presetID="9" presetClass="entr" fill="hold" grpId="0" nodeType="afterEffect">
                                  <p:stCondLst>
                                    <p:cond delay="1250"/>
                                  </p:stCondLst>
                                  <p:iterate>
                                    <p:tmAbs val="0"/>
                                  </p:iterate>
                                  <p:childTnLst>
                                    <p:set>
                                      <p:cBhvr>
                                        <p:cTn id="63" fill="hold"/>
                                        <p:tgtEl>
                                          <p:spTgt spid="335"/>
                                        </p:tgtEl>
                                        <p:attrNameLst>
                                          <p:attrName>style.visibility</p:attrName>
                                        </p:attrNameLst>
                                      </p:cBhvr>
                                      <p:to>
                                        <p:strVal val="visible"/>
                                      </p:to>
                                    </p:set>
                                    <p:animEffect transition="in" filter="dissolve">
                                      <p:cBhvr>
                                        <p:cTn id="64" dur="1000"/>
                                        <p:tgtEl>
                                          <p:spTgt spid="335"/>
                                        </p:tgtEl>
                                      </p:cBhvr>
                                    </p:animEffect>
                                  </p:childTnLst>
                                </p:cTn>
                              </p:par>
                            </p:childTnLst>
                          </p:cTn>
                        </p:par>
                        <p:par>
                          <p:cTn id="65" fill="hold">
                            <p:stCondLst>
                              <p:cond delay="0"/>
                            </p:stCondLst>
                            <p:childTnLst>
                              <p:par>
                                <p:cTn id="66" presetID="-1" presetClass="path" presetSubtype="0" accel="50000" decel="50000" fill="hold" nodeType="afterEffect">
                                  <p:stCondLst>
                                    <p:cond delay="1250"/>
                                  </p:stCondLst>
                                  <p:childTnLst>
                                    <p:animMotion origin="layout" path="M 0.000000 0.000000 L 0.037369 -0.041197" pathEditMode="relative">
                                      <p:cBhvr>
                                        <p:cTn id="67" dur="700" fill="hold"/>
                                        <p:tgtEl>
                                          <p:spTgt spid="335"/>
                                        </p:tgtEl>
                                        <p:attrNameLst>
                                          <p:attrName>ppt_x</p:attrName>
                                          <p:attrName>ppt_y</p:attrName>
                                        </p:attrNameLst>
                                      </p:cBhvr>
                                    </p:animMotion>
                                  </p:childTnLst>
                                </p:cTn>
                              </p:par>
                            </p:childTnLst>
                          </p:cTn>
                        </p:par>
                        <p:par>
                          <p:cTn id="68" fill="hold">
                            <p:stCondLst>
                              <p:cond delay="1950"/>
                            </p:stCondLst>
                            <p:childTnLst>
                              <p:par>
                                <p:cTn id="69" presetID="22" presetClass="entr" presetSubtype="8" fill="hold" grpId="0" nodeType="afterEffect">
                                  <p:stCondLst>
                                    <p:cond delay="1500"/>
                                  </p:stCondLst>
                                  <p:iterate>
                                    <p:tmAbs val="0"/>
                                  </p:iterate>
                                  <p:childTnLst>
                                    <p:set>
                                      <p:cBhvr>
                                        <p:cTn id="70" fill="hold"/>
                                        <p:tgtEl>
                                          <p:spTgt spid="332"/>
                                        </p:tgtEl>
                                        <p:attrNameLst>
                                          <p:attrName>style.visibility</p:attrName>
                                        </p:attrNameLst>
                                      </p:cBhvr>
                                      <p:to>
                                        <p:strVal val="visible"/>
                                      </p:to>
                                    </p:set>
                                    <p:animEffect transition="in" filter="wipe(left)">
                                      <p:cBhvr>
                                        <p:cTn id="71" dur="500"/>
                                        <p:tgtEl>
                                          <p:spTgt spid="332"/>
                                        </p:tgtEl>
                                      </p:cBhvr>
                                    </p:animEffect>
                                  </p:childTnLst>
                                </p:cTn>
                              </p:par>
                            </p:childTnLst>
                          </p:cTn>
                        </p:par>
                        <p:par>
                          <p:cTn id="72" fill="hold">
                            <p:stCondLst>
                              <p:cond delay="3950"/>
                            </p:stCondLst>
                            <p:childTnLst>
                              <p:par>
                                <p:cTn id="73" presetID="9" presetClass="entr" fill="hold" grpId="0" nodeType="afterEffect">
                                  <p:stCondLst>
                                    <p:cond delay="1500"/>
                                  </p:stCondLst>
                                  <p:iterate>
                                    <p:tmAbs val="0"/>
                                  </p:iterate>
                                  <p:childTnLst>
                                    <p:set>
                                      <p:cBhvr>
                                        <p:cTn id="74" fill="hold"/>
                                        <p:tgtEl>
                                          <p:spTgt spid="343"/>
                                        </p:tgtEl>
                                        <p:attrNameLst>
                                          <p:attrName>style.visibility</p:attrName>
                                        </p:attrNameLst>
                                      </p:cBhvr>
                                      <p:to>
                                        <p:strVal val="visible"/>
                                      </p:to>
                                    </p:set>
                                    <p:animEffect transition="in" filter="dissolve">
                                      <p:cBhvr>
                                        <p:cTn id="75" dur="1000"/>
                                        <p:tgtEl>
                                          <p:spTgt spid="343"/>
                                        </p:tgtEl>
                                      </p:cBhvr>
                                    </p:animEffect>
                                  </p:childTnLst>
                                </p:cTn>
                              </p:par>
                            </p:childTnLst>
                          </p:cTn>
                        </p:par>
                        <p:par>
                          <p:cTn id="76" fill="hold">
                            <p:stCondLst>
                              <p:cond delay="0"/>
                            </p:stCondLst>
                            <p:childTnLst>
                              <p:par>
                                <p:cTn id="77" presetID="-1" presetClass="path" presetSubtype="0" accel="50000" decel="50000" fill="hold" nodeType="afterEffect">
                                  <p:stCondLst>
                                    <p:cond delay="1500"/>
                                  </p:stCondLst>
                                  <p:childTnLst>
                                    <p:animMotion origin="layout" path="M 0.000000 0.000000 L 0.037369 -0.041201" pathEditMode="relative">
                                      <p:cBhvr>
                                        <p:cTn id="78" dur="700" fill="hold"/>
                                        <p:tgtEl>
                                          <p:spTgt spid="343"/>
                                        </p:tgtEl>
                                        <p:attrNameLst>
                                          <p:attrName>ppt_x</p:attrName>
                                          <p:attrName>ppt_y</p:attrName>
                                        </p:attrNameLst>
                                      </p:cBhvr>
                                    </p:animMotion>
                                  </p:childTnLst>
                                </p:cTn>
                              </p:par>
                            </p:childTnLst>
                          </p:cTn>
                        </p:par>
                        <p:par>
                          <p:cTn id="79" fill="hold">
                            <p:stCondLst>
                              <p:cond delay="2200"/>
                            </p:stCondLst>
                            <p:childTnLst>
                              <p:par>
                                <p:cTn id="80" presetID="22" presetClass="entr" presetSubtype="8" fill="hold" grpId="0" nodeType="afterEffect">
                                  <p:stCondLst>
                                    <p:cond delay="1750"/>
                                  </p:stCondLst>
                                  <p:iterate>
                                    <p:tmAbs val="0"/>
                                  </p:iterate>
                                  <p:childTnLst>
                                    <p:set>
                                      <p:cBhvr>
                                        <p:cTn id="81" fill="hold"/>
                                        <p:tgtEl>
                                          <p:spTgt spid="340"/>
                                        </p:tgtEl>
                                        <p:attrNameLst>
                                          <p:attrName>style.visibility</p:attrName>
                                        </p:attrNameLst>
                                      </p:cBhvr>
                                      <p:to>
                                        <p:strVal val="visible"/>
                                      </p:to>
                                    </p:set>
                                    <p:animEffect transition="in" filter="wipe(left)">
                                      <p:cBhvr>
                                        <p:cTn id="82" dur="500"/>
                                        <p:tgtEl>
                                          <p:spTgt spid="3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8" grpId="0" animBg="1" advAuto="0"/>
      <p:bldP spid="319" grpId="0" animBg="1" advAuto="0"/>
      <p:bldP spid="320" grpId="0" animBg="1" advAuto="0"/>
      <p:bldP spid="323" grpId="0" animBg="1" advAuto="0"/>
      <p:bldP spid="324" grpId="0" animBg="1" advAuto="0"/>
      <p:bldP spid="327" grpId="0" animBg="1" advAuto="0"/>
      <p:bldP spid="328" grpId="0" animBg="1" advAuto="0"/>
      <p:bldP spid="331" grpId="0" animBg="1" advAuto="0"/>
      <p:bldP spid="332" grpId="0" animBg="1" advAuto="0"/>
      <p:bldP spid="335" grpId="0" animBg="1" advAuto="0"/>
      <p:bldP spid="336" grpId="0" animBg="1" advAuto="0"/>
      <p:bldP spid="339" grpId="0" animBg="1" advAuto="0"/>
      <p:bldP spid="340" grpId="0" animBg="1" advAuto="0"/>
      <p:bldP spid="343" grpId="0" animBg="1" advAuto="0"/>
      <p:bldP spid="344" grpId="0" animBg="1" advAuto="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 name="矩形 1"/>
          <p:cNvSpPr/>
          <p:nvPr/>
        </p:nvSpPr>
        <p:spPr>
          <a:xfrm>
            <a:off x="0" y="1350962"/>
            <a:ext cx="3228975" cy="1187451"/>
          </a:xfrm>
          <a:prstGeom prst="rect">
            <a:avLst/>
          </a:prstGeom>
          <a:solidFill>
            <a:srgbClr val="414455"/>
          </a:solidFill>
          <a:ln w="12700">
            <a:miter lim="400000"/>
          </a:ln>
        </p:spPr>
        <p:txBody>
          <a:bodyPr lIns="45719" rIns="45719" anchor="ctr"/>
          <a:lstStyle/>
          <a:p>
            <a:pPr algn="ctr">
              <a:defRPr>
                <a:solidFill>
                  <a:srgbClr val="FFFFFF"/>
                </a:solidFill>
              </a:defRPr>
            </a:pPr>
            <a:endParaRPr/>
          </a:p>
        </p:txBody>
      </p:sp>
      <p:sp>
        <p:nvSpPr>
          <p:cNvPr id="253" name="文本框 2"/>
          <p:cNvSpPr txBox="1"/>
          <p:nvPr/>
        </p:nvSpPr>
        <p:spPr>
          <a:xfrm>
            <a:off x="1352549" y="1663700"/>
            <a:ext cx="1605281" cy="601981"/>
          </a:xfrm>
          <a:prstGeom prst="rect">
            <a:avLst/>
          </a:prstGeom>
          <a:ln w="12700">
            <a:miter lim="400000"/>
          </a:ln>
          <a:extLst>
            <a:ext uri="{C572A759-6A51-4108-AA02-DFA0A04FC94B}"/>
          </a:extLst>
        </p:spPr>
        <p:txBody>
          <a:bodyPr wrap="none" lIns="34290" tIns="34290" rIns="34290" bIns="34290">
            <a:spAutoFit/>
          </a:bodyPr>
          <a:lstStyle>
            <a:lvl1pPr>
              <a:defRPr sz="3000" b="1">
                <a:solidFill>
                  <a:srgbClr val="FFFFFF"/>
                </a:solidFill>
                <a:latin typeface="微软雅黑"/>
                <a:ea typeface="微软雅黑"/>
                <a:cs typeface="微软雅黑"/>
                <a:sym typeface="微软雅黑"/>
              </a:defRPr>
            </a:lvl1pPr>
          </a:lstStyle>
          <a:p>
            <a:r>
              <a:t>第一部分</a:t>
            </a:r>
          </a:p>
        </p:txBody>
      </p:sp>
      <p:sp>
        <p:nvSpPr>
          <p:cNvPr id="254" name="文本框 8"/>
          <p:cNvSpPr txBox="1"/>
          <p:nvPr/>
        </p:nvSpPr>
        <p:spPr>
          <a:xfrm>
            <a:off x="3952558" y="1592581"/>
            <a:ext cx="2357127" cy="673100"/>
          </a:xfrm>
          <a:prstGeom prst="rect">
            <a:avLst/>
          </a:prstGeom>
          <a:noFill/>
          <a:ln w="12700" cap="flat">
            <a:noFill/>
            <a:miter lim="400000"/>
          </a:ln>
          <a:effectLst/>
          <a:extLst>
            <a:ext uri="{C572A759-6A51-4108-AA02-DFA0A04FC94B}"/>
          </a:extLst>
        </p:spPr>
        <p:txBody>
          <a:bodyPr wrap="square" lIns="34290" tIns="34290" rIns="34290" bIns="34290" numCol="1" anchor="t">
            <a:spAutoFit/>
          </a:bodyPr>
          <a:lstStyle>
            <a:lvl1pPr>
              <a:defRPr sz="2400" b="1">
                <a:solidFill>
                  <a:srgbClr val="404040"/>
                </a:solidFill>
                <a:latin typeface="微软雅黑"/>
                <a:ea typeface="微软雅黑"/>
                <a:cs typeface="微软雅黑"/>
                <a:sym typeface="微软雅黑"/>
              </a:defRPr>
            </a:lvl1pPr>
          </a:lstStyle>
          <a:p>
            <a:pPr>
              <a:buClrTx/>
              <a:buSzTx/>
              <a:buFontTx/>
              <a:buNone/>
            </a:pPr>
            <a:r>
              <a:rPr lang="zh-CN" sz="4000"/>
              <a:t>选题背景</a:t>
            </a:r>
            <a:endParaRPr/>
          </a:p>
        </p:txBody>
      </p:sp>
      <p:sp>
        <p:nvSpPr>
          <p:cNvPr id="255" name="矩形 9"/>
          <p:cNvSpPr/>
          <p:nvPr/>
        </p:nvSpPr>
        <p:spPr>
          <a:xfrm>
            <a:off x="3824287" y="2877819"/>
            <a:ext cx="5319713" cy="200026"/>
          </a:xfrm>
          <a:prstGeom prst="rect">
            <a:avLst/>
          </a:prstGeom>
          <a:solidFill>
            <a:srgbClr val="414455"/>
          </a:solidFill>
          <a:ln w="12700">
            <a:miter lim="400000"/>
          </a:ln>
        </p:spPr>
        <p:txBody>
          <a:bodyPr lIns="45719" rIns="45719" anchor="ctr"/>
          <a:lstStyle/>
          <a:p>
            <a:pPr algn="ctr">
              <a:defRPr>
                <a:solidFill>
                  <a:srgbClr val="FFFFFF"/>
                </a:solidFill>
              </a:defRPr>
            </a:pPr>
            <a:endParaRPr/>
          </a:p>
        </p:txBody>
      </p:sp>
      <p:sp>
        <p:nvSpPr>
          <p:cNvPr id="256" name="矩形 10"/>
          <p:cNvSpPr/>
          <p:nvPr/>
        </p:nvSpPr>
        <p:spPr>
          <a:xfrm>
            <a:off x="3301999" y="1350962"/>
            <a:ext cx="306390" cy="1187451"/>
          </a:xfrm>
          <a:prstGeom prst="rect">
            <a:avLst/>
          </a:prstGeom>
          <a:solidFill>
            <a:srgbClr val="414455"/>
          </a:solidFill>
          <a:ln w="12700">
            <a:miter lim="400000"/>
          </a:ln>
        </p:spPr>
        <p:txBody>
          <a:bodyPr lIns="45719" rIns="45719" anchor="ctr"/>
          <a:lstStyle/>
          <a:p>
            <a:pPr algn="ctr">
              <a:defRPr>
                <a:solidFill>
                  <a:srgbClr val="FFFFFF"/>
                </a:solidFill>
              </a:defRPr>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Tn>
                        </p:par>
                        <p:par>
                          <p:cTn id="5" fill="hold">
                            <p:stCondLst>
                              <p:cond delay="0"/>
                            </p:stCondLst>
                            <p:childTnLst>
                              <p:par>
                                <p:cTn id="6" presetID="22" presetClass="entr" presetSubtype="8" fill="hold" nodeType="afterEffect">
                                  <p:stCondLst>
                                    <p:cond delay="0"/>
                                  </p:stCondLst>
                                  <p:iterate>
                                    <p:tmAbs val="0"/>
                                  </p:iterate>
                                  <p:childTnLst>
                                    <p:set>
                                      <p:cBhvr>
                                        <p:cTn id="7" fill="hold"/>
                                        <p:tgtEl>
                                          <p:spTgt spid="252"/>
                                        </p:tgtEl>
                                        <p:attrNameLst>
                                          <p:attrName>style.visibility</p:attrName>
                                        </p:attrNameLst>
                                      </p:cBhvr>
                                      <p:to>
                                        <p:strVal val="visible"/>
                                      </p:to>
                                    </p:set>
                                    <p:animEffect transition="in" filter="wipe(left)">
                                      <p:cBhvr>
                                        <p:cTn id="8" dur="500"/>
                                        <p:tgtEl>
                                          <p:spTgt spid="252"/>
                                        </p:tgtEl>
                                      </p:cBhvr>
                                    </p:animEffect>
                                  </p:childTnLst>
                                </p:cTn>
                              </p:par>
                            </p:childTnLst>
                          </p:cTn>
                        </p:par>
                        <p:par>
                          <p:cTn id="9" fill="hold">
                            <p:stCondLst>
                              <p:cond delay="0"/>
                            </p:stCondLst>
                            <p:childTnLst>
                              <p:par>
                                <p:cTn id="10" presetID="2" presetClass="entr" presetSubtype="1" fill="hold" nodeType="afterEffect">
                                  <p:stCondLst>
                                    <p:cond delay="300"/>
                                  </p:stCondLst>
                                  <p:iterate>
                                    <p:tmAbs val="0"/>
                                  </p:iterate>
                                  <p:childTnLst>
                                    <p:set>
                                      <p:cBhvr>
                                        <p:cTn id="11" fill="hold"/>
                                        <p:tgtEl>
                                          <p:spTgt spid="256"/>
                                        </p:tgtEl>
                                        <p:attrNameLst>
                                          <p:attrName>style.visibility</p:attrName>
                                        </p:attrNameLst>
                                      </p:cBhvr>
                                      <p:to>
                                        <p:strVal val="visible"/>
                                      </p:to>
                                    </p:set>
                                    <p:anim calcmode="lin" valueType="num">
                                      <p:cBhvr>
                                        <p:cTn id="12" dur="400" fill="hold"/>
                                        <p:tgtEl>
                                          <p:spTgt spid="256"/>
                                        </p:tgtEl>
                                        <p:attrNameLst>
                                          <p:attrName>ppt_x</p:attrName>
                                        </p:attrNameLst>
                                      </p:cBhvr>
                                      <p:tavLst>
                                        <p:tav tm="0">
                                          <p:val>
                                            <p:strVal val="#ppt_x"/>
                                          </p:val>
                                        </p:tav>
                                        <p:tav tm="100000">
                                          <p:val>
                                            <p:strVal val="#ppt_x"/>
                                          </p:val>
                                        </p:tav>
                                      </p:tavLst>
                                    </p:anim>
                                    <p:anim calcmode="lin" valueType="num">
                                      <p:cBhvr>
                                        <p:cTn id="13" dur="400" fill="hold"/>
                                        <p:tgtEl>
                                          <p:spTgt spid="256"/>
                                        </p:tgtEl>
                                        <p:attrNameLst>
                                          <p:attrName>ppt_y</p:attrName>
                                        </p:attrNameLst>
                                      </p:cBhvr>
                                      <p:tavLst>
                                        <p:tav tm="0">
                                          <p:val>
                                            <p:strVal val="0-#ppt_h/2"/>
                                          </p:val>
                                        </p:tav>
                                        <p:tav tm="100000">
                                          <p:val>
                                            <p:strVal val="#ppt_y"/>
                                          </p:val>
                                        </p:tav>
                                      </p:tavLst>
                                    </p:anim>
                                  </p:childTnLst>
                                </p:cTn>
                              </p:par>
                            </p:childTnLst>
                          </p:cTn>
                        </p:par>
                        <p:par>
                          <p:cTn id="14" fill="hold">
                            <p:stCondLst>
                              <p:cond delay="0"/>
                            </p:stCondLst>
                            <p:childTnLst>
                              <p:par>
                                <p:cTn id="15" presetID="22" presetClass="entr" presetSubtype="8" fill="hold" nodeType="afterEffect">
                                  <p:stCondLst>
                                    <p:cond delay="0"/>
                                  </p:stCondLst>
                                  <p:iterate>
                                    <p:tmAbs val="0"/>
                                  </p:iterate>
                                  <p:childTnLst>
                                    <p:set>
                                      <p:cBhvr>
                                        <p:cTn id="16" fill="hold"/>
                                        <p:tgtEl>
                                          <p:spTgt spid="255"/>
                                        </p:tgtEl>
                                        <p:attrNameLst>
                                          <p:attrName>style.visibility</p:attrName>
                                        </p:attrNameLst>
                                      </p:cBhvr>
                                      <p:to>
                                        <p:strVal val="visible"/>
                                      </p:to>
                                    </p:set>
                                    <p:animEffect transition="in" filter="wipe(left)">
                                      <p:cBhvr>
                                        <p:cTn id="17" dur="500"/>
                                        <p:tgtEl>
                                          <p:spTgt spid="255"/>
                                        </p:tgtEl>
                                      </p:cBhvr>
                                    </p:animEffect>
                                  </p:childTnLst>
                                </p:cTn>
                              </p:par>
                            </p:childTnLst>
                          </p:cTn>
                        </p:par>
                      </p:childTnLst>
                    </p:cTn>
                  </p:par>
                </p:childTnLst>
              </p:cTn>
              <p:prevCondLst>
                <p:cond evt="onPrev" delay="0"/>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8" name="组合 1"/>
          <p:cNvGrpSpPr/>
          <p:nvPr/>
        </p:nvGrpSpPr>
        <p:grpSpPr>
          <a:xfrm>
            <a:off x="3343152" y="1653131"/>
            <a:ext cx="2226468" cy="2120620"/>
            <a:chOff x="0" y="0"/>
            <a:chExt cx="1958975" cy="1871664"/>
          </a:xfrm>
        </p:grpSpPr>
        <p:sp>
          <p:nvSpPr>
            <p:cNvPr id="259" name="椭圆 2"/>
            <p:cNvSpPr/>
            <p:nvPr/>
          </p:nvSpPr>
          <p:spPr>
            <a:xfrm>
              <a:off x="50799" y="-1"/>
              <a:ext cx="1844675" cy="1871666"/>
            </a:xfrm>
            <a:prstGeom prst="ellipse">
              <a:avLst/>
            </a:prstGeom>
            <a:noFill/>
            <a:ln w="25400" cap="flat">
              <a:solidFill>
                <a:srgbClr val="414455"/>
              </a:solidFill>
              <a:prstDash val="solid"/>
              <a:round/>
            </a:ln>
            <a:effectLst/>
          </p:spPr>
          <p:txBody>
            <a:bodyPr wrap="square" lIns="45719" tIns="45719" rIns="45719" bIns="45719" numCol="1" anchor="ctr">
              <a:noAutofit/>
            </a:bodyPr>
            <a:lstStyle/>
            <a:p>
              <a:pPr algn="ctr">
                <a:defRPr>
                  <a:solidFill>
                    <a:srgbClr val="FFFFFF"/>
                  </a:solidFill>
                </a:defRPr>
              </a:pPr>
              <a:endParaRPr/>
            </a:p>
          </p:txBody>
        </p:sp>
        <p:sp>
          <p:nvSpPr>
            <p:cNvPr id="260" name="椭圆 3"/>
            <p:cNvSpPr/>
            <p:nvPr/>
          </p:nvSpPr>
          <p:spPr>
            <a:xfrm>
              <a:off x="1439861" y="98425"/>
              <a:ext cx="125415" cy="127001"/>
            </a:xfrm>
            <a:prstGeom prst="ellipse">
              <a:avLst/>
            </a:prstGeom>
            <a:solidFill>
              <a:srgbClr val="414455"/>
            </a:solidFill>
            <a:ln w="25400" cap="flat">
              <a:solidFill>
                <a:srgbClr val="414455"/>
              </a:solidFill>
              <a:prstDash val="solid"/>
              <a:round/>
            </a:ln>
            <a:effectLst/>
          </p:spPr>
          <p:txBody>
            <a:bodyPr wrap="square" lIns="45719" tIns="45719" rIns="45719" bIns="45719" numCol="1" anchor="ctr">
              <a:noAutofit/>
            </a:bodyPr>
            <a:lstStyle/>
            <a:p>
              <a:pPr algn="ctr">
                <a:defRPr>
                  <a:solidFill>
                    <a:srgbClr val="262626"/>
                  </a:solidFill>
                </a:defRPr>
              </a:pPr>
              <a:endParaRPr/>
            </a:p>
          </p:txBody>
        </p:sp>
        <p:sp>
          <p:nvSpPr>
            <p:cNvPr id="261" name="椭圆 4"/>
            <p:cNvSpPr/>
            <p:nvPr/>
          </p:nvSpPr>
          <p:spPr>
            <a:xfrm>
              <a:off x="390525" y="98425"/>
              <a:ext cx="125413" cy="127001"/>
            </a:xfrm>
            <a:prstGeom prst="ellipse">
              <a:avLst/>
            </a:prstGeom>
            <a:solidFill>
              <a:srgbClr val="414455"/>
            </a:solidFill>
            <a:ln w="25400" cap="flat">
              <a:solidFill>
                <a:srgbClr val="414455"/>
              </a:solidFill>
              <a:prstDash val="solid"/>
              <a:round/>
            </a:ln>
            <a:effectLst/>
          </p:spPr>
          <p:txBody>
            <a:bodyPr wrap="square" lIns="45719" tIns="45719" rIns="45719" bIns="45719" numCol="1" anchor="ctr">
              <a:noAutofit/>
            </a:bodyPr>
            <a:lstStyle/>
            <a:p>
              <a:pPr algn="ctr">
                <a:defRPr>
                  <a:solidFill>
                    <a:srgbClr val="262626"/>
                  </a:solidFill>
                </a:defRPr>
              </a:pPr>
              <a:endParaRPr/>
            </a:p>
          </p:txBody>
        </p:sp>
        <p:sp>
          <p:nvSpPr>
            <p:cNvPr id="262" name="椭圆 5"/>
            <p:cNvSpPr/>
            <p:nvPr/>
          </p:nvSpPr>
          <p:spPr>
            <a:xfrm>
              <a:off x="-1" y="876299"/>
              <a:ext cx="125413" cy="127001"/>
            </a:xfrm>
            <a:prstGeom prst="ellipse">
              <a:avLst/>
            </a:prstGeom>
            <a:solidFill>
              <a:srgbClr val="414455"/>
            </a:solidFill>
            <a:ln w="25400" cap="flat">
              <a:solidFill>
                <a:srgbClr val="414455"/>
              </a:solidFill>
              <a:prstDash val="solid"/>
              <a:round/>
            </a:ln>
            <a:effectLst/>
          </p:spPr>
          <p:txBody>
            <a:bodyPr wrap="square" lIns="45719" tIns="45719" rIns="45719" bIns="45719" numCol="1" anchor="ctr">
              <a:noAutofit/>
            </a:bodyPr>
            <a:lstStyle/>
            <a:p>
              <a:pPr algn="ctr">
                <a:defRPr>
                  <a:solidFill>
                    <a:srgbClr val="262626"/>
                  </a:solidFill>
                </a:defRPr>
              </a:pPr>
              <a:endParaRPr/>
            </a:p>
          </p:txBody>
        </p:sp>
        <p:sp>
          <p:nvSpPr>
            <p:cNvPr id="263" name="椭圆 6"/>
            <p:cNvSpPr/>
            <p:nvPr/>
          </p:nvSpPr>
          <p:spPr>
            <a:xfrm>
              <a:off x="1833561" y="876299"/>
              <a:ext cx="125415" cy="127001"/>
            </a:xfrm>
            <a:prstGeom prst="ellipse">
              <a:avLst/>
            </a:prstGeom>
            <a:solidFill>
              <a:srgbClr val="414455"/>
            </a:solidFill>
            <a:ln w="25400" cap="flat">
              <a:solidFill>
                <a:srgbClr val="414455"/>
              </a:solidFill>
              <a:prstDash val="solid"/>
              <a:round/>
            </a:ln>
            <a:effectLst/>
          </p:spPr>
          <p:txBody>
            <a:bodyPr wrap="square" lIns="45719" tIns="45719" rIns="45719" bIns="45719" numCol="1" anchor="ctr">
              <a:noAutofit/>
            </a:bodyPr>
            <a:lstStyle/>
            <a:p>
              <a:pPr algn="ctr">
                <a:defRPr>
                  <a:solidFill>
                    <a:srgbClr val="262626"/>
                  </a:solidFill>
                </a:defRPr>
              </a:pPr>
              <a:endParaRPr/>
            </a:p>
          </p:txBody>
        </p:sp>
        <p:sp>
          <p:nvSpPr>
            <p:cNvPr id="264" name="椭圆 7"/>
            <p:cNvSpPr/>
            <p:nvPr/>
          </p:nvSpPr>
          <p:spPr>
            <a:xfrm>
              <a:off x="1439861" y="1652588"/>
              <a:ext cx="125415" cy="127001"/>
            </a:xfrm>
            <a:prstGeom prst="ellipse">
              <a:avLst/>
            </a:prstGeom>
            <a:solidFill>
              <a:srgbClr val="414455"/>
            </a:solidFill>
            <a:ln w="25400" cap="flat">
              <a:solidFill>
                <a:srgbClr val="414455"/>
              </a:solidFill>
              <a:prstDash val="solid"/>
              <a:round/>
            </a:ln>
            <a:effectLst/>
          </p:spPr>
          <p:txBody>
            <a:bodyPr wrap="square" lIns="45719" tIns="45719" rIns="45719" bIns="45719" numCol="1" anchor="ctr">
              <a:noAutofit/>
            </a:bodyPr>
            <a:lstStyle/>
            <a:p>
              <a:pPr algn="ctr">
                <a:defRPr>
                  <a:solidFill>
                    <a:srgbClr val="262626"/>
                  </a:solidFill>
                </a:defRPr>
              </a:pPr>
              <a:endParaRPr/>
            </a:p>
          </p:txBody>
        </p:sp>
        <p:sp>
          <p:nvSpPr>
            <p:cNvPr id="265" name="椭圆 8"/>
            <p:cNvSpPr/>
            <p:nvPr/>
          </p:nvSpPr>
          <p:spPr>
            <a:xfrm>
              <a:off x="390525" y="1628774"/>
              <a:ext cx="125413" cy="127001"/>
            </a:xfrm>
            <a:prstGeom prst="ellipse">
              <a:avLst/>
            </a:prstGeom>
            <a:solidFill>
              <a:srgbClr val="414455"/>
            </a:solidFill>
            <a:ln w="25400" cap="flat">
              <a:solidFill>
                <a:srgbClr val="414455"/>
              </a:solidFill>
              <a:prstDash val="solid"/>
              <a:round/>
            </a:ln>
            <a:effectLst/>
          </p:spPr>
          <p:txBody>
            <a:bodyPr wrap="square" lIns="45719" tIns="45719" rIns="45719" bIns="45719" numCol="1" anchor="ctr">
              <a:noAutofit/>
            </a:bodyPr>
            <a:lstStyle/>
            <a:p>
              <a:pPr algn="ctr">
                <a:defRPr>
                  <a:solidFill>
                    <a:srgbClr val="262626"/>
                  </a:solidFill>
                </a:defRPr>
              </a:pPr>
              <a:endParaRPr/>
            </a:p>
          </p:txBody>
        </p:sp>
        <p:grpSp>
          <p:nvGrpSpPr>
            <p:cNvPr id="266" name="组合 9"/>
            <p:cNvGrpSpPr/>
            <p:nvPr/>
          </p:nvGrpSpPr>
          <p:grpSpPr>
            <a:xfrm>
              <a:off x="212724" y="292099"/>
              <a:ext cx="1533527" cy="1277940"/>
              <a:chOff x="0" y="0"/>
              <a:chExt cx="1533525" cy="1277938"/>
            </a:xfrm>
          </p:grpSpPr>
          <p:sp>
            <p:nvSpPr>
              <p:cNvPr id="267" name="任意多边形 10"/>
              <p:cNvSpPr/>
              <p:nvPr/>
            </p:nvSpPr>
            <p:spPr>
              <a:xfrm flipV="1">
                <a:off x="773111" y="12699"/>
                <a:ext cx="446089" cy="627065"/>
              </a:xfrm>
              <a:prstGeom prst="line">
                <a:avLst/>
              </a:prstGeom>
              <a:noFill/>
              <a:ln w="38100" cap="flat">
                <a:solidFill>
                  <a:srgbClr val="414455"/>
                </a:solidFill>
                <a:prstDash val="solid"/>
                <a:round/>
                <a:tailEnd type="stealth" w="med" len="med"/>
              </a:ln>
              <a:effectLst/>
            </p:spPr>
            <p:txBody>
              <a:bodyPr wrap="square" lIns="45719" tIns="45719" rIns="45719" bIns="45719" numCol="1" anchor="t">
                <a:noAutofit/>
              </a:bodyPr>
              <a:lstStyle/>
              <a:p>
                <a:endParaRPr/>
              </a:p>
            </p:txBody>
          </p:sp>
          <p:sp>
            <p:nvSpPr>
              <p:cNvPr id="268" name="任意多边形 11"/>
              <p:cNvSpPr/>
              <p:nvPr/>
            </p:nvSpPr>
            <p:spPr>
              <a:xfrm>
                <a:off x="760412" y="639763"/>
                <a:ext cx="773114" cy="1"/>
              </a:xfrm>
              <a:prstGeom prst="line">
                <a:avLst/>
              </a:prstGeom>
              <a:noFill/>
              <a:ln w="38100" cap="flat">
                <a:solidFill>
                  <a:srgbClr val="414455"/>
                </a:solidFill>
                <a:prstDash val="solid"/>
                <a:round/>
                <a:tailEnd type="stealth" w="med" len="med"/>
              </a:ln>
              <a:effectLst/>
            </p:spPr>
            <p:txBody>
              <a:bodyPr wrap="square" lIns="45719" tIns="45719" rIns="45719" bIns="45719" numCol="1" anchor="t">
                <a:noAutofit/>
              </a:bodyPr>
              <a:lstStyle/>
              <a:p>
                <a:endParaRPr/>
              </a:p>
            </p:txBody>
          </p:sp>
          <p:sp>
            <p:nvSpPr>
              <p:cNvPr id="269" name="任意多边形 12"/>
              <p:cNvSpPr/>
              <p:nvPr/>
            </p:nvSpPr>
            <p:spPr>
              <a:xfrm flipH="1" flipV="1">
                <a:off x="341312" y="0"/>
                <a:ext cx="431800" cy="625476"/>
              </a:xfrm>
              <a:prstGeom prst="line">
                <a:avLst/>
              </a:prstGeom>
              <a:noFill/>
              <a:ln w="38100" cap="flat">
                <a:solidFill>
                  <a:srgbClr val="414455"/>
                </a:solidFill>
                <a:prstDash val="solid"/>
                <a:round/>
                <a:tailEnd type="stealth" w="med" len="med"/>
              </a:ln>
              <a:effectLst/>
            </p:spPr>
            <p:txBody>
              <a:bodyPr wrap="square" lIns="45719" tIns="45719" rIns="45719" bIns="45719" numCol="1" anchor="t">
                <a:noAutofit/>
              </a:bodyPr>
              <a:lstStyle/>
              <a:p>
                <a:endParaRPr/>
              </a:p>
            </p:txBody>
          </p:sp>
          <p:sp>
            <p:nvSpPr>
              <p:cNvPr id="270" name="任意多边形 13"/>
              <p:cNvSpPr/>
              <p:nvPr/>
            </p:nvSpPr>
            <p:spPr>
              <a:xfrm flipH="1" flipV="1">
                <a:off x="0" y="652463"/>
                <a:ext cx="760413" cy="1"/>
              </a:xfrm>
              <a:prstGeom prst="line">
                <a:avLst/>
              </a:prstGeom>
              <a:noFill/>
              <a:ln w="38100" cap="flat">
                <a:solidFill>
                  <a:srgbClr val="414455"/>
                </a:solidFill>
                <a:prstDash val="solid"/>
                <a:round/>
                <a:tailEnd type="stealth" w="med" len="med"/>
              </a:ln>
              <a:effectLst/>
            </p:spPr>
            <p:txBody>
              <a:bodyPr wrap="square" lIns="45719" tIns="45719" rIns="45719" bIns="45719" numCol="1" anchor="t">
                <a:noAutofit/>
              </a:bodyPr>
              <a:lstStyle/>
              <a:p>
                <a:endParaRPr/>
              </a:p>
            </p:txBody>
          </p:sp>
          <p:sp>
            <p:nvSpPr>
              <p:cNvPr id="271" name="任意多边形 14"/>
              <p:cNvSpPr/>
              <p:nvPr/>
            </p:nvSpPr>
            <p:spPr>
              <a:xfrm flipH="1">
                <a:off x="327025" y="665163"/>
                <a:ext cx="446088" cy="612776"/>
              </a:xfrm>
              <a:prstGeom prst="line">
                <a:avLst/>
              </a:prstGeom>
              <a:noFill/>
              <a:ln w="38100" cap="flat">
                <a:solidFill>
                  <a:srgbClr val="414455"/>
                </a:solidFill>
                <a:prstDash val="solid"/>
                <a:round/>
                <a:tailEnd type="stealth" w="med" len="med"/>
              </a:ln>
              <a:effectLst/>
            </p:spPr>
            <p:txBody>
              <a:bodyPr wrap="square" lIns="45719" tIns="45719" rIns="45719" bIns="45719" numCol="1" anchor="t">
                <a:noAutofit/>
              </a:bodyPr>
              <a:lstStyle/>
              <a:p>
                <a:endParaRPr/>
              </a:p>
            </p:txBody>
          </p:sp>
          <p:sp>
            <p:nvSpPr>
              <p:cNvPr id="272" name="任意多边形 15"/>
              <p:cNvSpPr/>
              <p:nvPr/>
            </p:nvSpPr>
            <p:spPr>
              <a:xfrm>
                <a:off x="785811" y="665163"/>
                <a:ext cx="406401" cy="612776"/>
              </a:xfrm>
              <a:prstGeom prst="line">
                <a:avLst/>
              </a:prstGeom>
              <a:noFill/>
              <a:ln w="38100" cap="flat">
                <a:solidFill>
                  <a:srgbClr val="414455"/>
                </a:solidFill>
                <a:prstDash val="solid"/>
                <a:round/>
                <a:tailEnd type="stealth" w="med" len="med"/>
              </a:ln>
              <a:effectLst/>
            </p:spPr>
            <p:txBody>
              <a:bodyPr wrap="square" lIns="45719" tIns="45719" rIns="45719" bIns="45719" numCol="1" anchor="t">
                <a:noAutofit/>
              </a:bodyPr>
              <a:lstStyle/>
              <a:p>
                <a:endParaRPr/>
              </a:p>
            </p:txBody>
          </p:sp>
        </p:grpSp>
      </p:grpSp>
      <p:grpSp>
        <p:nvGrpSpPr>
          <p:cNvPr id="273" name="组合 19"/>
          <p:cNvGrpSpPr/>
          <p:nvPr/>
        </p:nvGrpSpPr>
        <p:grpSpPr>
          <a:xfrm>
            <a:off x="3858271" y="2117486"/>
            <a:ext cx="1281205" cy="1199105"/>
            <a:chOff x="0" y="0"/>
            <a:chExt cx="1036498" cy="993776"/>
          </a:xfrm>
        </p:grpSpPr>
        <p:sp>
          <p:nvSpPr>
            <p:cNvPr id="274" name="椭圆 20"/>
            <p:cNvSpPr/>
            <p:nvPr/>
          </p:nvSpPr>
          <p:spPr>
            <a:xfrm>
              <a:off x="0" y="0"/>
              <a:ext cx="979488" cy="993776"/>
            </a:xfrm>
            <a:prstGeom prst="ellipse">
              <a:avLst/>
            </a:prstGeom>
            <a:solidFill>
              <a:srgbClr val="41445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275" name="矩形 21"/>
            <p:cNvSpPr txBox="1"/>
            <p:nvPr/>
          </p:nvSpPr>
          <p:spPr>
            <a:xfrm>
              <a:off x="128450" y="335157"/>
              <a:ext cx="908049" cy="317499"/>
            </a:xfrm>
            <a:prstGeom prst="rect">
              <a:avLst/>
            </a:prstGeom>
            <a:noFill/>
            <a:ln w="12700" cap="flat">
              <a:noFill/>
              <a:miter lim="400000"/>
            </a:ln>
            <a:effectLst/>
            <a:extLst>
              <a:ext uri="{C572A759-6A51-4108-AA02-DFA0A04FC94B}"/>
            </a:extLst>
          </p:spPr>
          <p:txBody>
            <a:bodyPr wrap="none" lIns="45719" tIns="45719" rIns="45719" bIns="45719" numCol="1" anchor="t">
              <a:spAutoFit/>
            </a:bodyPr>
            <a:lstStyle/>
            <a:p>
              <a:pPr>
                <a:buClrTx/>
                <a:buSzTx/>
                <a:buFontTx/>
                <a:buNone/>
                <a:defRPr sz="1500" b="0" i="0" u="none" strike="noStrike" spc="0" baseline="0">
                  <a:ln>
                    <a:noFill/>
                  </a:ln>
                  <a:solidFill>
                    <a:srgbClr val="FFFFFF">
                      <a:alpha val="100000"/>
                    </a:srgbClr>
                  </a:solidFill>
                  <a:effectLst/>
                  <a:latin typeface="微软雅黑"/>
                  <a:ea typeface="微软雅黑"/>
                  <a:cs typeface="微软雅黑"/>
                  <a:sym typeface="微软雅黑"/>
                </a:defRPr>
              </a:pPr>
              <a:r>
                <a:rPr lang="zh-CN"/>
                <a:t>选题背景</a:t>
              </a:r>
              <a:r>
                <a:t> </a:t>
              </a:r>
            </a:p>
          </p:txBody>
        </p:sp>
      </p:grpSp>
      <p:grpSp>
        <p:nvGrpSpPr>
          <p:cNvPr id="276" name="组合 22"/>
          <p:cNvGrpSpPr/>
          <p:nvPr/>
        </p:nvGrpSpPr>
        <p:grpSpPr>
          <a:xfrm>
            <a:off x="5883563" y="1491688"/>
            <a:ext cx="2586545" cy="2596390"/>
            <a:chOff x="0" y="0"/>
            <a:chExt cx="2146297" cy="1474542"/>
          </a:xfrm>
        </p:grpSpPr>
        <p:sp>
          <p:nvSpPr>
            <p:cNvPr id="277" name="TextBox 23"/>
            <p:cNvSpPr txBox="1"/>
            <p:nvPr/>
          </p:nvSpPr>
          <p:spPr>
            <a:xfrm>
              <a:off x="0" y="0"/>
              <a:ext cx="2146297" cy="209164"/>
            </a:xfrm>
            <a:prstGeom prst="rect">
              <a:avLst/>
            </a:prstGeom>
            <a:noFill/>
            <a:ln w="12700" cap="flat">
              <a:noFill/>
              <a:miter lim="400000"/>
            </a:ln>
            <a:effectLst/>
            <a:extLst>
              <a:ext uri="{C572A759-6A51-4108-AA02-DFA0A04FC94B}"/>
            </a:extLst>
          </p:spPr>
          <p:txBody>
            <a:bodyPr wrap="none" lIns="45719" tIns="45719" rIns="45719" bIns="45719" numCol="1" anchor="t">
              <a:spAutoFit/>
            </a:bodyPr>
            <a:lstStyle>
              <a:lvl1pPr>
                <a:defRPr>
                  <a:latin typeface="微软雅黑"/>
                  <a:ea typeface="微软雅黑"/>
                  <a:cs typeface="微软雅黑"/>
                  <a:sym typeface="微软雅黑"/>
                </a:defRPr>
              </a:lvl1pPr>
            </a:lstStyle>
            <a:p>
              <a:r>
                <a:rPr b="1" dirty="0" err="1">
                  <a:solidFill>
                    <a:srgbClr val="24292F">
                      <a:alpha val="100000"/>
                    </a:srgbClr>
                  </a:solidFill>
                  <a:highlight>
                    <a:srgbClr val="F8F8F8">
                      <a:alpha val="100000"/>
                    </a:srgbClr>
                  </a:highlight>
                  <a:latin typeface="-apple-system"/>
                  <a:ea typeface="-apple-system"/>
                  <a:cs typeface="+mn-cs"/>
                  <a:sym typeface="Calibri"/>
                </a:rPr>
                <a:t>智能反演方法的引入</a:t>
              </a:r>
              <a:endParaRPr dirty="0"/>
            </a:p>
          </p:txBody>
        </p:sp>
        <p:sp>
          <p:nvSpPr>
            <p:cNvPr id="278" name="矩形 24"/>
            <p:cNvSpPr txBox="1"/>
            <p:nvPr/>
          </p:nvSpPr>
          <p:spPr>
            <a:xfrm>
              <a:off x="24016" y="214217"/>
              <a:ext cx="2060251" cy="1260325"/>
            </a:xfrm>
            <a:prstGeom prst="rect">
              <a:avLst/>
            </a:prstGeom>
            <a:noFill/>
            <a:ln w="12700" cap="flat">
              <a:noFill/>
              <a:miter lim="400000"/>
            </a:ln>
            <a:effectLst/>
            <a:extLst>
              <a:ext uri="{C572A759-6A51-4108-AA02-DFA0A04FC94B}"/>
            </a:extLst>
          </p:spPr>
          <p:txBody>
            <a:bodyPr wrap="square" lIns="45719" tIns="45719" rIns="45719" bIns="45719" numCol="1" anchor="t">
              <a:spAutoFit/>
            </a:bodyPr>
            <a:lstStyle>
              <a:lvl1pPr algn="r">
                <a:lnSpc>
                  <a:spcPts val="2100"/>
                </a:lnSpc>
                <a:defRPr sz="1200">
                  <a:latin typeface="微软雅黑"/>
                  <a:ea typeface="微软雅黑"/>
                  <a:cs typeface="微软雅黑"/>
                  <a:sym typeface="微软雅黑"/>
                </a:defRPr>
              </a:lvl1pPr>
            </a:lstStyle>
            <a:p>
              <a:pPr algn="l"/>
              <a:r>
                <a:rPr dirty="0" err="1">
                  <a:solidFill>
                    <a:srgbClr val="24292F">
                      <a:alpha val="100000"/>
                    </a:srgbClr>
                  </a:solidFill>
                  <a:highlight>
                    <a:srgbClr val="F8F8F8">
                      <a:alpha val="100000"/>
                    </a:srgbClr>
                  </a:highlight>
                  <a:latin typeface="-apple-system"/>
                  <a:ea typeface="-apple-system"/>
                  <a:cs typeface="+mn-cs"/>
                  <a:sym typeface="Calibri"/>
                </a:rPr>
                <a:t>传统的海面温度反演方法通常基于物理模型或统计方法，其准确性受到多种因素的限制</a:t>
              </a:r>
              <a:r>
                <a:rPr lang="zh-CN" altLang="en-US" dirty="0">
                  <a:solidFill>
                    <a:srgbClr val="24292F">
                      <a:alpha val="100000"/>
                    </a:srgbClr>
                  </a:solidFill>
                  <a:highlight>
                    <a:srgbClr val="F8F8F8">
                      <a:alpha val="100000"/>
                    </a:srgbClr>
                  </a:highlight>
                  <a:latin typeface="-apple-system"/>
                  <a:ea typeface="-apple-system"/>
                  <a:cs typeface="+mn-cs"/>
                  <a:sym typeface="Calibri"/>
                </a:rPr>
                <a:t>，因此这里我们</a:t>
              </a:r>
              <a:r>
                <a:rPr dirty="0" err="1">
                  <a:solidFill>
                    <a:srgbClr val="24292F">
                      <a:alpha val="100000"/>
                    </a:srgbClr>
                  </a:solidFill>
                  <a:highlight>
                    <a:srgbClr val="F8F8F8">
                      <a:alpha val="100000"/>
                    </a:srgbClr>
                  </a:highlight>
                  <a:latin typeface="-apple-system"/>
                  <a:ea typeface="-apple-system"/>
                  <a:cs typeface="+mn-cs"/>
                  <a:sym typeface="Calibri"/>
                </a:rPr>
                <a:t>引入</a:t>
              </a:r>
              <a:r>
                <a:rPr lang="en-US" altLang="zh-CN" dirty="0" err="1">
                  <a:solidFill>
                    <a:srgbClr val="24292F">
                      <a:alpha val="100000"/>
                    </a:srgbClr>
                  </a:solidFill>
                  <a:highlight>
                    <a:srgbClr val="F8F8F8">
                      <a:alpha val="100000"/>
                    </a:srgbClr>
                  </a:highlight>
                  <a:latin typeface="-apple-system"/>
                  <a:ea typeface="-apple-system"/>
                  <a:cs typeface="+mn-cs"/>
                  <a:sym typeface="Calibri"/>
                </a:rPr>
                <a:t>SST</a:t>
              </a:r>
              <a:r>
                <a:rPr dirty="0" err="1">
                  <a:solidFill>
                    <a:srgbClr val="24292F">
                      <a:alpha val="100000"/>
                    </a:srgbClr>
                  </a:solidFill>
                  <a:highlight>
                    <a:srgbClr val="F8F8F8">
                      <a:alpha val="100000"/>
                    </a:srgbClr>
                  </a:highlight>
                  <a:latin typeface="-apple-system"/>
                  <a:cs typeface="+mn-cs"/>
                  <a:sym typeface="Calibri"/>
                </a:rPr>
                <a:t>反演</a:t>
              </a:r>
              <a:r>
                <a:rPr lang="zh-CN" altLang="en-US" dirty="0">
                  <a:solidFill>
                    <a:srgbClr val="24292F">
                      <a:alpha val="100000"/>
                    </a:srgbClr>
                  </a:solidFill>
                  <a:highlight>
                    <a:srgbClr val="F8F8F8">
                      <a:alpha val="100000"/>
                    </a:srgbClr>
                  </a:highlight>
                  <a:latin typeface="-apple-system"/>
                  <a:cs typeface="+mn-cs"/>
                  <a:sym typeface="Calibri"/>
                </a:rPr>
                <a:t>算法。</a:t>
              </a:r>
              <a:r>
                <a:rPr lang="en-US" altLang="zh-CN" dirty="0">
                  <a:solidFill>
                    <a:srgbClr val="24292F">
                      <a:alpha val="100000"/>
                    </a:srgbClr>
                  </a:solidFill>
                  <a:highlight>
                    <a:srgbClr val="F8F8F8">
                      <a:alpha val="100000"/>
                    </a:srgbClr>
                  </a:highlight>
                  <a:latin typeface="-apple-system"/>
                  <a:cs typeface="+mn-cs"/>
                </a:rPr>
                <a:t>SST</a:t>
              </a:r>
              <a:r>
                <a:rPr lang="zh-CN" altLang="en-US" dirty="0">
                  <a:solidFill>
                    <a:srgbClr val="24292F">
                      <a:alpha val="100000"/>
                    </a:srgbClr>
                  </a:solidFill>
                  <a:highlight>
                    <a:srgbClr val="F8F8F8">
                      <a:alpha val="100000"/>
                    </a:srgbClr>
                  </a:highlight>
                  <a:latin typeface="-apple-system"/>
                  <a:cs typeface="+mn-cs"/>
                </a:rPr>
                <a:t>反演算法是一种用于从遥感数据中估算海洋表面温度的技术。这种算法的核心目的是利用卫星传感器接收到的辐射能量来计算海洋表面的温度。</a:t>
              </a:r>
            </a:p>
          </p:txBody>
        </p:sp>
      </p:grpSp>
      <p:grpSp>
        <p:nvGrpSpPr>
          <p:cNvPr id="279" name="组合 25"/>
          <p:cNvGrpSpPr/>
          <p:nvPr/>
        </p:nvGrpSpPr>
        <p:grpSpPr>
          <a:xfrm>
            <a:off x="468505" y="1836595"/>
            <a:ext cx="2780162" cy="2021706"/>
            <a:chOff x="0" y="0"/>
            <a:chExt cx="2552700" cy="1843024"/>
          </a:xfrm>
        </p:grpSpPr>
        <p:sp>
          <p:nvSpPr>
            <p:cNvPr id="280" name="TextBox 26"/>
            <p:cNvSpPr txBox="1"/>
            <p:nvPr/>
          </p:nvSpPr>
          <p:spPr>
            <a:xfrm>
              <a:off x="54335" y="0"/>
              <a:ext cx="2374899" cy="368300"/>
            </a:xfrm>
            <a:prstGeom prst="rect">
              <a:avLst/>
            </a:prstGeom>
            <a:noFill/>
            <a:ln w="12700" cap="flat">
              <a:noFill/>
              <a:miter lim="400000"/>
            </a:ln>
            <a:effectLst/>
            <a:extLst>
              <a:ext uri="{C572A759-6A51-4108-AA02-DFA0A04FC94B}"/>
            </a:extLst>
          </p:spPr>
          <p:txBody>
            <a:bodyPr wrap="none" lIns="45719" tIns="45719" rIns="45719" bIns="45719" numCol="1" anchor="t">
              <a:spAutoFit/>
            </a:bodyPr>
            <a:lstStyle>
              <a:lvl1pPr>
                <a:defRPr>
                  <a:latin typeface="微软雅黑"/>
                  <a:ea typeface="微软雅黑"/>
                  <a:cs typeface="微软雅黑"/>
                  <a:sym typeface="微软雅黑"/>
                </a:defRPr>
              </a:lvl1pPr>
            </a:lstStyle>
            <a:p>
              <a:r>
                <a:rPr b="1">
                  <a:solidFill>
                    <a:srgbClr val="24292F">
                      <a:alpha val="100000"/>
                    </a:srgbClr>
                  </a:solidFill>
                  <a:latin typeface="-apple-system"/>
                  <a:ea typeface="-apple-system"/>
                  <a:cs typeface="+mn-cs"/>
                  <a:sym typeface="Calibri"/>
                </a:rPr>
                <a:t>地球海洋环境监测需求</a:t>
              </a:r>
              <a:endParaRPr/>
            </a:p>
          </p:txBody>
        </p:sp>
        <p:sp>
          <p:nvSpPr>
            <p:cNvPr id="281" name="矩形 27"/>
            <p:cNvSpPr txBox="1"/>
            <p:nvPr/>
          </p:nvSpPr>
          <p:spPr>
            <a:xfrm>
              <a:off x="0" y="303211"/>
              <a:ext cx="2552700" cy="1539814"/>
            </a:xfrm>
            <a:prstGeom prst="rect">
              <a:avLst/>
            </a:prstGeom>
            <a:noFill/>
            <a:ln w="12700" cap="flat">
              <a:noFill/>
              <a:miter lim="400000"/>
            </a:ln>
            <a:effectLst/>
            <a:extLst>
              <a:ext uri="{C572A759-6A51-4108-AA02-DFA0A04FC94B}"/>
            </a:extLst>
          </p:spPr>
          <p:txBody>
            <a:bodyPr wrap="square" lIns="45719" tIns="45719" rIns="45719" bIns="45719" numCol="1" anchor="t">
              <a:spAutoFit/>
            </a:bodyPr>
            <a:lstStyle>
              <a:lvl1pPr algn="r">
                <a:lnSpc>
                  <a:spcPts val="2100"/>
                </a:lnSpc>
                <a:defRPr sz="1200">
                  <a:latin typeface="微软雅黑"/>
                  <a:ea typeface="微软雅黑"/>
                  <a:cs typeface="微软雅黑"/>
                  <a:sym typeface="微软雅黑"/>
                </a:defRPr>
              </a:lvl1pPr>
            </a:lstStyle>
            <a:p>
              <a:pPr algn="l">
                <a:buClrTx/>
                <a:buSzTx/>
                <a:buFontTx/>
                <a:buNone/>
              </a:pPr>
              <a:r>
                <a:rPr>
                  <a:solidFill>
                    <a:srgbClr val="24292F">
                      <a:alpha val="100000"/>
                    </a:srgbClr>
                  </a:solidFill>
                  <a:latin typeface="-apple-system"/>
                  <a:ea typeface="-apple-system"/>
                  <a:cs typeface="+mn-cs"/>
                  <a:sym typeface="Calibri"/>
                </a:rPr>
                <a:t>海洋温度是地球海洋环境监测的重要指标之一。它不仅与气候变化密切相关，还对海洋生物、化学过程和大气海洋相互作用等具有重要影响。因此，对海面温度进行准确监测和反演具有重要的科学意义和应用价值。</a:t>
              </a:r>
              <a:endParaRPr/>
            </a:p>
          </p:txBody>
        </p:sp>
      </p:grpSp>
      <p:sp>
        <p:nvSpPr>
          <p:cNvPr id="282" name="矩形 28"/>
          <p:cNvSpPr txBox="1"/>
          <p:nvPr/>
        </p:nvSpPr>
        <p:spPr>
          <a:xfrm>
            <a:off x="6477000" y="176212"/>
            <a:ext cx="815341" cy="345441"/>
          </a:xfrm>
          <a:prstGeom prst="rect">
            <a:avLst/>
          </a:prstGeom>
          <a:ln w="12700">
            <a:miter lim="400000"/>
          </a:ln>
          <a:extLst>
            <a:ext uri="{C572A759-6A51-4108-AA02-DFA0A04FC94B}"/>
          </a:extLst>
        </p:spPr>
        <p:txBody>
          <a:bodyPr wrap="none" lIns="45719" rIns="45719">
            <a:spAutoFit/>
          </a:bodyPr>
          <a:lstStyle>
            <a:lvl1pPr>
              <a:defRPr sz="1400">
                <a:solidFill>
                  <a:srgbClr val="FFFFFF"/>
                </a:solidFill>
                <a:latin typeface="微软雅黑"/>
                <a:ea typeface="微软雅黑"/>
                <a:cs typeface="微软雅黑"/>
                <a:sym typeface="微软雅黑"/>
              </a:defRPr>
            </a:lvl1pPr>
          </a:lstStyle>
          <a:p>
            <a:r>
              <a:t>选题背景</a:t>
            </a:r>
          </a:p>
        </p:txBody>
      </p:sp>
      <p:sp>
        <p:nvSpPr>
          <p:cNvPr id="283" name="矩形 29"/>
          <p:cNvSpPr/>
          <p:nvPr/>
        </p:nvSpPr>
        <p:spPr>
          <a:xfrm>
            <a:off x="8564563" y="258763"/>
            <a:ext cx="184151" cy="138113"/>
          </a:xfrm>
          <a:prstGeom prst="rect">
            <a:avLst/>
          </a:prstGeom>
          <a:solidFill>
            <a:srgbClr val="FFFFFF">
              <a:alpha val="80000"/>
            </a:srgbClr>
          </a:solidFill>
          <a:ln w="12700">
            <a:miter lim="400000"/>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284" name="矩形 30"/>
          <p:cNvSpPr/>
          <p:nvPr/>
        </p:nvSpPr>
        <p:spPr>
          <a:xfrm>
            <a:off x="8329613" y="258763"/>
            <a:ext cx="182563" cy="138113"/>
          </a:xfrm>
          <a:prstGeom prst="rect">
            <a:avLst/>
          </a:prstGeom>
          <a:solidFill>
            <a:srgbClr val="FFFFFF">
              <a:alpha val="80000"/>
            </a:srgbClr>
          </a:solidFill>
          <a:ln w="12700">
            <a:miter lim="400000"/>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285" name="矩形 31"/>
          <p:cNvSpPr/>
          <p:nvPr/>
        </p:nvSpPr>
        <p:spPr>
          <a:xfrm>
            <a:off x="8097838" y="258763"/>
            <a:ext cx="184151" cy="138113"/>
          </a:xfrm>
          <a:prstGeom prst="rect">
            <a:avLst/>
          </a:prstGeom>
          <a:solidFill>
            <a:srgbClr val="FFFFFF">
              <a:alpha val="80000"/>
            </a:srgbClr>
          </a:solidFill>
          <a:ln w="12700">
            <a:miter lim="400000"/>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286" name="矩形 32"/>
          <p:cNvSpPr/>
          <p:nvPr/>
        </p:nvSpPr>
        <p:spPr>
          <a:xfrm>
            <a:off x="7861300" y="258763"/>
            <a:ext cx="184150" cy="138113"/>
          </a:xfrm>
          <a:prstGeom prst="rect">
            <a:avLst/>
          </a:prstGeom>
          <a:solidFill>
            <a:srgbClr val="FFFFFF">
              <a:alpha val="80000"/>
            </a:srgbClr>
          </a:solidFill>
          <a:ln w="12700">
            <a:miter lim="400000"/>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287" name="矩形 33"/>
          <p:cNvSpPr/>
          <p:nvPr/>
        </p:nvSpPr>
        <p:spPr>
          <a:xfrm>
            <a:off x="7626350" y="258763"/>
            <a:ext cx="184150" cy="138113"/>
          </a:xfrm>
          <a:prstGeom prst="rect">
            <a:avLst/>
          </a:prstGeom>
          <a:solidFill>
            <a:srgbClr val="FFFFFF">
              <a:alpha val="80000"/>
            </a:srgbClr>
          </a:solidFill>
          <a:ln w="12700">
            <a:miter lim="400000"/>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288" name="矩形 34"/>
          <p:cNvSpPr/>
          <p:nvPr/>
        </p:nvSpPr>
        <p:spPr>
          <a:xfrm>
            <a:off x="7383463" y="258763"/>
            <a:ext cx="184151" cy="138113"/>
          </a:xfrm>
          <a:prstGeom prst="rect">
            <a:avLst/>
          </a:prstGeom>
          <a:ln w="6350">
            <a:solidFill>
              <a:srgbClr val="FFFFFF"/>
            </a:solidFill>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Tn>
                        </p:par>
                        <p:par>
                          <p:cTn id="5" fill="hold">
                            <p:stCondLst>
                              <p:cond delay="0"/>
                            </p:stCondLst>
                            <p:childTnLst>
                              <p:par>
                                <p:cTn id="6" presetID="15" presetClass="entr" presetSubtype="0" fill="hold" nodeType="afterEffect">
                                  <p:stCondLst>
                                    <p:cond delay="1000"/>
                                  </p:stCondLst>
                                  <p:iterate>
                                    <p:tmAbs val="0"/>
                                  </p:iterate>
                                  <p:childTnLst>
                                    <p:set>
                                      <p:cBhvr>
                                        <p:cTn id="7" fill="hold"/>
                                        <p:tgtEl>
                                          <p:spTgt spid="258"/>
                                        </p:tgtEl>
                                        <p:attrNameLst>
                                          <p:attrName>style.visibility</p:attrName>
                                        </p:attrNameLst>
                                      </p:cBhvr>
                                      <p:to>
                                        <p:strVal val="visible"/>
                                      </p:to>
                                    </p:set>
                                    <p:anim calcmode="lin" valueType="num">
                                      <p:cBhvr>
                                        <p:cTn id="8" dur="1000" fill="hold"/>
                                        <p:tgtEl>
                                          <p:spTgt spid="258"/>
                                        </p:tgtEl>
                                        <p:attrNameLst>
                                          <p:attrName>ppt_w</p:attrName>
                                        </p:attrNameLst>
                                      </p:cBhvr>
                                      <p:tavLst>
                                        <p:tav tm="0">
                                          <p:val>
                                            <p:fltVal val="0"/>
                                          </p:val>
                                        </p:tav>
                                        <p:tav tm="100000">
                                          <p:val>
                                            <p:strVal val="#ppt_w"/>
                                          </p:val>
                                        </p:tav>
                                      </p:tavLst>
                                    </p:anim>
                                    <p:anim calcmode="lin" valueType="num">
                                      <p:cBhvr>
                                        <p:cTn id="9" dur="1000" fill="hold"/>
                                        <p:tgtEl>
                                          <p:spTgt spid="258"/>
                                        </p:tgtEl>
                                        <p:attrNameLst>
                                          <p:attrName>ppt_h</p:attrName>
                                        </p:attrNameLst>
                                      </p:cBhvr>
                                      <p:tavLst>
                                        <p:tav tm="0">
                                          <p:val>
                                            <p:fltVal val="0"/>
                                          </p:val>
                                        </p:tav>
                                        <p:tav tm="100000">
                                          <p:val>
                                            <p:strVal val="#ppt_h"/>
                                          </p:val>
                                        </p:tav>
                                      </p:tavLst>
                                    </p:anim>
                                    <p:anim calcmode="lin" valueType="num">
                                      <p:cBhvr>
                                        <p:cTn id="10" dur="1000" fill="hold"/>
                                        <p:tgtEl>
                                          <p:spTgt spid="258"/>
                                        </p:tgtEl>
                                        <p:attrNameLst>
                                          <p:attrName>ppt_x</p:attrName>
                                        </p:attrNameLst>
                                      </p:cBhvr>
                                      <p:tavLst>
                                        <p:tav tm="0" fmla="#ppt_x+(cos(-2*pi*(1-$))*-#ppt_x-sin(-2*pi*(1-$))*(1-#ppt_y))*(1-$)">
                                          <p:val>
                                            <p:fltVal val="0"/>
                                          </p:val>
                                        </p:tav>
                                        <p:tav tm="100000">
                                          <p:val>
                                            <p:fltVal val="1"/>
                                          </p:val>
                                        </p:tav>
                                      </p:tavLst>
                                    </p:anim>
                                    <p:anim calcmode="lin" valueType="num">
                                      <p:cBhvr>
                                        <p:cTn id="11" dur="1000" fill="hold"/>
                                        <p:tgtEl>
                                          <p:spTgt spid="258"/>
                                        </p:tgtEl>
                                        <p:attrNameLst>
                                          <p:attrName>ppt_y</p:attrName>
                                        </p:attrNameLst>
                                      </p:cBhvr>
                                      <p:tavLst>
                                        <p:tav tm="0" fmla="#ppt_y+(sin(-2*pi*(1-$))*-#ppt_x+cos(-2*pi*(1-$))*(1-#ppt_y))*(1-$)">
                                          <p:val>
                                            <p:fltVal val="0"/>
                                          </p:val>
                                        </p:tav>
                                        <p:tav tm="100000">
                                          <p:val>
                                            <p:fltVal val="1"/>
                                          </p:val>
                                        </p:tav>
                                      </p:tavLst>
                                    </p:anim>
                                  </p:childTnLst>
                                </p:cTn>
                              </p:par>
                            </p:childTnLst>
                          </p:cTn>
                        </p:par>
                        <p:par>
                          <p:cTn id="12" fill="hold">
                            <p:stCondLst>
                              <p:cond delay="0"/>
                            </p:stCondLst>
                            <p:childTnLst>
                              <p:par>
                                <p:cTn id="13" presetID="15" presetClass="entr" presetSubtype="0" fill="hold" nodeType="afterEffect">
                                  <p:stCondLst>
                                    <p:cond delay="1100"/>
                                  </p:stCondLst>
                                  <p:iterate>
                                    <p:tmAbs val="0"/>
                                  </p:iterate>
                                  <p:childTnLst>
                                    <p:set>
                                      <p:cBhvr>
                                        <p:cTn id="14" fill="hold"/>
                                        <p:tgtEl>
                                          <p:spTgt spid="273"/>
                                        </p:tgtEl>
                                        <p:attrNameLst>
                                          <p:attrName>style.visibility</p:attrName>
                                        </p:attrNameLst>
                                      </p:cBhvr>
                                      <p:to>
                                        <p:strVal val="visible"/>
                                      </p:to>
                                    </p:set>
                                    <p:anim calcmode="lin" valueType="num">
                                      <p:cBhvr>
                                        <p:cTn id="15" dur="1000" fill="hold"/>
                                        <p:tgtEl>
                                          <p:spTgt spid="273"/>
                                        </p:tgtEl>
                                        <p:attrNameLst>
                                          <p:attrName>ppt_w</p:attrName>
                                        </p:attrNameLst>
                                      </p:cBhvr>
                                      <p:tavLst>
                                        <p:tav tm="0">
                                          <p:val>
                                            <p:fltVal val="0"/>
                                          </p:val>
                                        </p:tav>
                                        <p:tav tm="100000">
                                          <p:val>
                                            <p:strVal val="#ppt_w"/>
                                          </p:val>
                                        </p:tav>
                                      </p:tavLst>
                                    </p:anim>
                                    <p:anim calcmode="lin" valueType="num">
                                      <p:cBhvr>
                                        <p:cTn id="16" dur="1000" fill="hold"/>
                                        <p:tgtEl>
                                          <p:spTgt spid="273"/>
                                        </p:tgtEl>
                                        <p:attrNameLst>
                                          <p:attrName>ppt_h</p:attrName>
                                        </p:attrNameLst>
                                      </p:cBhvr>
                                      <p:tavLst>
                                        <p:tav tm="0">
                                          <p:val>
                                            <p:fltVal val="0"/>
                                          </p:val>
                                        </p:tav>
                                        <p:tav tm="100000">
                                          <p:val>
                                            <p:strVal val="#ppt_h"/>
                                          </p:val>
                                        </p:tav>
                                      </p:tavLst>
                                    </p:anim>
                                    <p:anim calcmode="lin" valueType="num">
                                      <p:cBhvr>
                                        <p:cTn id="17" dur="1000" fill="hold"/>
                                        <p:tgtEl>
                                          <p:spTgt spid="273"/>
                                        </p:tgtEl>
                                        <p:attrNameLst>
                                          <p:attrName>ppt_x</p:attrName>
                                        </p:attrNameLst>
                                      </p:cBhvr>
                                      <p:tavLst>
                                        <p:tav tm="0" fmla="#ppt_x+(cos(-2*pi*(1-$))*-#ppt_x-sin(-2*pi*(1-$))*(1-#ppt_y))*(1-$)">
                                          <p:val>
                                            <p:fltVal val="0"/>
                                          </p:val>
                                        </p:tav>
                                        <p:tav tm="100000">
                                          <p:val>
                                            <p:fltVal val="1"/>
                                          </p:val>
                                        </p:tav>
                                      </p:tavLst>
                                    </p:anim>
                                    <p:anim calcmode="lin" valueType="num">
                                      <p:cBhvr>
                                        <p:cTn id="18" dur="1000" fill="hold"/>
                                        <p:tgtEl>
                                          <p:spTgt spid="273"/>
                                        </p:tgtEl>
                                        <p:attrNameLst>
                                          <p:attrName>ppt_y</p:attrName>
                                        </p:attrNameLst>
                                      </p:cBhvr>
                                      <p:tavLst>
                                        <p:tav tm="0" fmla="#ppt_y+(sin(-2*pi*(1-$))*-#ppt_x+cos(-2*pi*(1-$))*(1-#ppt_y))*(1-$)">
                                          <p:val>
                                            <p:fltVal val="0"/>
                                          </p:val>
                                        </p:tav>
                                        <p:tav tm="100000">
                                          <p:val>
                                            <p:fltVal val="1"/>
                                          </p:val>
                                        </p:tav>
                                      </p:tavLst>
                                    </p:anim>
                                  </p:childTnLst>
                                </p:cTn>
                              </p:par>
                            </p:childTnLst>
                          </p:cTn>
                        </p:par>
                        <p:par>
                          <p:cTn id="19" fill="hold">
                            <p:stCondLst>
                              <p:cond delay="0"/>
                            </p:stCondLst>
                            <p:childTnLst>
                              <p:par>
                                <p:cTn id="20" presetID="22" presetClass="entr" presetSubtype="2" fill="hold" nodeType="afterEffect">
                                  <p:stCondLst>
                                    <p:cond delay="2000"/>
                                  </p:stCondLst>
                                  <p:iterate>
                                    <p:tmAbs val="0"/>
                                  </p:iterate>
                                  <p:childTnLst>
                                    <p:set>
                                      <p:cBhvr>
                                        <p:cTn id="21" fill="hold"/>
                                        <p:tgtEl>
                                          <p:spTgt spid="279"/>
                                        </p:tgtEl>
                                        <p:attrNameLst>
                                          <p:attrName>style.visibility</p:attrName>
                                        </p:attrNameLst>
                                      </p:cBhvr>
                                      <p:to>
                                        <p:strVal val="visible"/>
                                      </p:to>
                                    </p:set>
                                    <p:animEffect transition="in" filter="wipe(right)">
                                      <p:cBhvr>
                                        <p:cTn id="22" dur="500"/>
                                        <p:tgtEl>
                                          <p:spTgt spid="279"/>
                                        </p:tgtEl>
                                      </p:cBhvr>
                                    </p:animEffect>
                                  </p:childTnLst>
                                </p:cTn>
                              </p:par>
                            </p:childTnLst>
                          </p:cTn>
                        </p:par>
                        <p:par>
                          <p:cTn id="23" fill="hold">
                            <p:stCondLst>
                              <p:cond delay="0"/>
                            </p:stCondLst>
                            <p:childTnLst>
                              <p:par>
                                <p:cTn id="24" presetID="22" presetClass="entr" presetSubtype="8" fill="hold" nodeType="afterEffect">
                                  <p:stCondLst>
                                    <p:cond delay="2000"/>
                                  </p:stCondLst>
                                  <p:iterate>
                                    <p:tmAbs val="0"/>
                                  </p:iterate>
                                  <p:childTnLst>
                                    <p:set>
                                      <p:cBhvr>
                                        <p:cTn id="25" fill="hold"/>
                                        <p:tgtEl>
                                          <p:spTgt spid="276"/>
                                        </p:tgtEl>
                                        <p:attrNameLst>
                                          <p:attrName>style.visibility</p:attrName>
                                        </p:attrNameLst>
                                      </p:cBhvr>
                                      <p:to>
                                        <p:strVal val="visible"/>
                                      </p:to>
                                    </p:set>
                                    <p:animEffect transition="in" filter="wipe(left)">
                                      <p:cBhvr>
                                        <p:cTn id="26" dur="500"/>
                                        <p:tgtEl>
                                          <p:spTgt spid="276"/>
                                        </p:tgtEl>
                                      </p:cBhvr>
                                    </p:animEffect>
                                  </p:childTnLst>
                                </p:cTn>
                              </p:par>
                            </p:childTnLst>
                          </p:cTn>
                        </p:par>
                      </p:childTnLst>
                    </p:cTn>
                  </p:par>
                </p:childTnLst>
              </p:cTn>
              <p:prevCondLst>
                <p:cond evt="onPrev" delay="0"/>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 name="矩形 1"/>
          <p:cNvSpPr/>
          <p:nvPr/>
        </p:nvSpPr>
        <p:spPr>
          <a:xfrm>
            <a:off x="0" y="1350962"/>
            <a:ext cx="3228975" cy="1187451"/>
          </a:xfrm>
          <a:prstGeom prst="rect">
            <a:avLst/>
          </a:prstGeom>
          <a:solidFill>
            <a:srgbClr val="414455"/>
          </a:solidFill>
          <a:ln w="12700">
            <a:miter lim="400000"/>
          </a:ln>
        </p:spPr>
        <p:txBody>
          <a:bodyPr lIns="45719" rIns="45719" anchor="ctr"/>
          <a:lstStyle/>
          <a:p>
            <a:pPr algn="ctr">
              <a:defRPr>
                <a:solidFill>
                  <a:srgbClr val="FFFFFF"/>
                </a:solidFill>
              </a:defRPr>
            </a:pPr>
            <a:endParaRPr/>
          </a:p>
        </p:txBody>
      </p:sp>
      <p:sp>
        <p:nvSpPr>
          <p:cNvPr id="349" name="文本框 2"/>
          <p:cNvSpPr txBox="1"/>
          <p:nvPr/>
        </p:nvSpPr>
        <p:spPr>
          <a:xfrm>
            <a:off x="1352549" y="1663700"/>
            <a:ext cx="1605281" cy="601981"/>
          </a:xfrm>
          <a:prstGeom prst="rect">
            <a:avLst/>
          </a:prstGeom>
          <a:ln w="12700">
            <a:miter lim="400000"/>
          </a:ln>
          <a:extLst>
            <a:ext uri="{C572A759-6A51-4108-AA02-DFA0A04FC94B}"/>
          </a:extLst>
        </p:spPr>
        <p:txBody>
          <a:bodyPr wrap="none" lIns="34290" tIns="34290" rIns="34290" bIns="34290">
            <a:spAutoFit/>
          </a:bodyPr>
          <a:lstStyle>
            <a:lvl1pPr>
              <a:defRPr sz="3000" b="1">
                <a:solidFill>
                  <a:srgbClr val="FFFFFF"/>
                </a:solidFill>
                <a:latin typeface="微软雅黑"/>
                <a:ea typeface="微软雅黑"/>
                <a:cs typeface="微软雅黑"/>
                <a:sym typeface="微软雅黑"/>
              </a:defRPr>
            </a:lvl1pPr>
          </a:lstStyle>
          <a:p>
            <a:r>
              <a:t>第二部分</a:t>
            </a:r>
          </a:p>
        </p:txBody>
      </p:sp>
      <p:sp>
        <p:nvSpPr>
          <p:cNvPr id="350" name="文本框 8"/>
          <p:cNvSpPr txBox="1"/>
          <p:nvPr/>
        </p:nvSpPr>
        <p:spPr>
          <a:xfrm>
            <a:off x="3952558" y="1592581"/>
            <a:ext cx="4298950" cy="684803"/>
          </a:xfrm>
          <a:prstGeom prst="rect">
            <a:avLst/>
          </a:prstGeom>
          <a:noFill/>
          <a:ln w="12700" cap="flat">
            <a:noFill/>
            <a:miter lim="400000"/>
          </a:ln>
          <a:effectLst/>
          <a:extLst>
            <a:ext uri="{C572A759-6A51-4108-AA02-DFA0A04FC94B}"/>
          </a:extLst>
        </p:spPr>
        <p:txBody>
          <a:bodyPr wrap="square" lIns="34290" tIns="34290" rIns="34290" bIns="34290" numCol="1" anchor="t">
            <a:spAutoFit/>
          </a:bodyPr>
          <a:lstStyle>
            <a:lvl1pPr>
              <a:defRPr sz="2400" b="1">
                <a:solidFill>
                  <a:srgbClr val="404040"/>
                </a:solidFill>
                <a:latin typeface="微软雅黑"/>
                <a:ea typeface="微软雅黑"/>
                <a:cs typeface="微软雅黑"/>
                <a:sym typeface="微软雅黑"/>
              </a:defRPr>
            </a:lvl1pPr>
          </a:lstStyle>
          <a:p>
            <a:pPr>
              <a:buClrTx/>
              <a:buSzTx/>
              <a:buFontTx/>
              <a:buNone/>
            </a:pPr>
            <a:r>
              <a:rPr lang="zh-CN" altLang="en-US" sz="4000" dirty="0"/>
              <a:t>问题描述</a:t>
            </a:r>
            <a:endParaRPr dirty="0"/>
          </a:p>
        </p:txBody>
      </p:sp>
      <p:sp>
        <p:nvSpPr>
          <p:cNvPr id="351" name="矩形 9"/>
          <p:cNvSpPr/>
          <p:nvPr/>
        </p:nvSpPr>
        <p:spPr>
          <a:xfrm>
            <a:off x="3825875" y="2932113"/>
            <a:ext cx="5319713" cy="200026"/>
          </a:xfrm>
          <a:prstGeom prst="rect">
            <a:avLst/>
          </a:prstGeom>
          <a:solidFill>
            <a:srgbClr val="414455"/>
          </a:solidFill>
          <a:ln w="12700">
            <a:miter lim="400000"/>
          </a:ln>
        </p:spPr>
        <p:txBody>
          <a:bodyPr lIns="45719" rIns="45719" anchor="ctr"/>
          <a:lstStyle/>
          <a:p>
            <a:pPr algn="ctr">
              <a:defRPr>
                <a:solidFill>
                  <a:srgbClr val="FFFFFF"/>
                </a:solidFill>
              </a:defRPr>
            </a:pPr>
            <a:endParaRPr/>
          </a:p>
        </p:txBody>
      </p:sp>
      <p:sp>
        <p:nvSpPr>
          <p:cNvPr id="352" name="矩形 10"/>
          <p:cNvSpPr/>
          <p:nvPr/>
        </p:nvSpPr>
        <p:spPr>
          <a:xfrm>
            <a:off x="3301999" y="1350962"/>
            <a:ext cx="306390" cy="1187451"/>
          </a:xfrm>
          <a:prstGeom prst="rect">
            <a:avLst/>
          </a:prstGeom>
          <a:solidFill>
            <a:srgbClr val="414455"/>
          </a:solidFill>
          <a:ln w="12700">
            <a:miter lim="400000"/>
          </a:ln>
        </p:spPr>
        <p:txBody>
          <a:bodyPr lIns="45719" rIns="45719" anchor="ctr"/>
          <a:lstStyle/>
          <a:p>
            <a:pPr algn="ctr">
              <a:defRPr>
                <a:solidFill>
                  <a:srgbClr val="FFFFFF"/>
                </a:solidFill>
              </a:defRPr>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Tn>
                        </p:par>
                        <p:par>
                          <p:cTn id="5" fill="hold">
                            <p:stCondLst>
                              <p:cond delay="0"/>
                            </p:stCondLst>
                            <p:childTnLst>
                              <p:par>
                                <p:cTn id="6" presetID="22" presetClass="entr" presetSubtype="8" fill="hold" nodeType="afterEffect">
                                  <p:stCondLst>
                                    <p:cond delay="0"/>
                                  </p:stCondLst>
                                  <p:iterate>
                                    <p:tmAbs val="0"/>
                                  </p:iterate>
                                  <p:childTnLst>
                                    <p:set>
                                      <p:cBhvr>
                                        <p:cTn id="7" fill="hold"/>
                                        <p:tgtEl>
                                          <p:spTgt spid="348"/>
                                        </p:tgtEl>
                                        <p:attrNameLst>
                                          <p:attrName>style.visibility</p:attrName>
                                        </p:attrNameLst>
                                      </p:cBhvr>
                                      <p:to>
                                        <p:strVal val="visible"/>
                                      </p:to>
                                    </p:set>
                                    <p:animEffect transition="in" filter="wipe(left)">
                                      <p:cBhvr>
                                        <p:cTn id="8" dur="500"/>
                                        <p:tgtEl>
                                          <p:spTgt spid="348"/>
                                        </p:tgtEl>
                                      </p:cBhvr>
                                    </p:animEffect>
                                  </p:childTnLst>
                                </p:cTn>
                              </p:par>
                            </p:childTnLst>
                          </p:cTn>
                        </p:par>
                        <p:par>
                          <p:cTn id="9" fill="hold">
                            <p:stCondLst>
                              <p:cond delay="0"/>
                            </p:stCondLst>
                            <p:childTnLst>
                              <p:par>
                                <p:cTn id="10" presetID="2" presetClass="entr" presetSubtype="1" fill="hold" nodeType="afterEffect">
                                  <p:stCondLst>
                                    <p:cond delay="300"/>
                                  </p:stCondLst>
                                  <p:iterate>
                                    <p:tmAbs val="0"/>
                                  </p:iterate>
                                  <p:childTnLst>
                                    <p:set>
                                      <p:cBhvr>
                                        <p:cTn id="11" fill="hold"/>
                                        <p:tgtEl>
                                          <p:spTgt spid="352"/>
                                        </p:tgtEl>
                                        <p:attrNameLst>
                                          <p:attrName>style.visibility</p:attrName>
                                        </p:attrNameLst>
                                      </p:cBhvr>
                                      <p:to>
                                        <p:strVal val="visible"/>
                                      </p:to>
                                    </p:set>
                                    <p:anim calcmode="lin" valueType="num">
                                      <p:cBhvr>
                                        <p:cTn id="12" dur="400" fill="hold"/>
                                        <p:tgtEl>
                                          <p:spTgt spid="352"/>
                                        </p:tgtEl>
                                        <p:attrNameLst>
                                          <p:attrName>ppt_x</p:attrName>
                                        </p:attrNameLst>
                                      </p:cBhvr>
                                      <p:tavLst>
                                        <p:tav tm="0">
                                          <p:val>
                                            <p:strVal val="#ppt_x"/>
                                          </p:val>
                                        </p:tav>
                                        <p:tav tm="100000">
                                          <p:val>
                                            <p:strVal val="#ppt_x"/>
                                          </p:val>
                                        </p:tav>
                                      </p:tavLst>
                                    </p:anim>
                                    <p:anim calcmode="lin" valueType="num">
                                      <p:cBhvr>
                                        <p:cTn id="13" dur="400" fill="hold"/>
                                        <p:tgtEl>
                                          <p:spTgt spid="352"/>
                                        </p:tgtEl>
                                        <p:attrNameLst>
                                          <p:attrName>ppt_y</p:attrName>
                                        </p:attrNameLst>
                                      </p:cBhvr>
                                      <p:tavLst>
                                        <p:tav tm="0">
                                          <p:val>
                                            <p:strVal val="0-#ppt_h/2"/>
                                          </p:val>
                                        </p:tav>
                                        <p:tav tm="100000">
                                          <p:val>
                                            <p:strVal val="#ppt_y"/>
                                          </p:val>
                                        </p:tav>
                                      </p:tavLst>
                                    </p:anim>
                                  </p:childTnLst>
                                </p:cTn>
                              </p:par>
                            </p:childTnLst>
                          </p:cTn>
                        </p:par>
                        <p:par>
                          <p:cTn id="14" fill="hold">
                            <p:stCondLst>
                              <p:cond delay="0"/>
                            </p:stCondLst>
                            <p:childTnLst>
                              <p:par>
                                <p:cTn id="15" presetID="22" presetClass="entr" presetSubtype="8" fill="hold" nodeType="afterEffect">
                                  <p:stCondLst>
                                    <p:cond delay="0"/>
                                  </p:stCondLst>
                                  <p:iterate>
                                    <p:tmAbs val="0"/>
                                  </p:iterate>
                                  <p:childTnLst>
                                    <p:set>
                                      <p:cBhvr>
                                        <p:cTn id="16" fill="hold"/>
                                        <p:tgtEl>
                                          <p:spTgt spid="351"/>
                                        </p:tgtEl>
                                        <p:attrNameLst>
                                          <p:attrName>style.visibility</p:attrName>
                                        </p:attrNameLst>
                                      </p:cBhvr>
                                      <p:to>
                                        <p:strVal val="visible"/>
                                      </p:to>
                                    </p:set>
                                    <p:animEffect transition="in" filter="wipe(left)">
                                      <p:cBhvr>
                                        <p:cTn id="17" dur="500"/>
                                        <p:tgtEl>
                                          <p:spTgt spid="351"/>
                                        </p:tgtEl>
                                      </p:cBhvr>
                                    </p:animEffect>
                                  </p:childTnLst>
                                </p:cTn>
                              </p:par>
                            </p:childTnLst>
                          </p:cTn>
                        </p:par>
                      </p:childTnLst>
                    </p:cTn>
                  </p:par>
                </p:childTnLst>
              </p:cTn>
              <p:prevCondLst>
                <p:cond evt="onPrev" delay="0"/>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1"/>
          <p:cNvSpPr/>
          <p:nvPr/>
        </p:nvSpPr>
        <p:spPr>
          <a:xfrm>
            <a:off x="1238190" y="1644843"/>
            <a:ext cx="2731592" cy="2539768"/>
          </a:xfrm>
          <a:prstGeom prst="rect">
            <a:avLst/>
          </a:prstGeom>
          <a:solidFill>
            <a:srgbClr val="F9F9F9"/>
          </a:solidFill>
          <a:ln w="12700">
            <a:miter lim="400000"/>
          </a:ln>
        </p:spPr>
        <p:txBody>
          <a:bodyPr lIns="45719" rIns="45719" anchor="ctr"/>
          <a:lstStyle/>
          <a:p>
            <a:pPr algn="ctr">
              <a:defRPr>
                <a:solidFill>
                  <a:srgbClr val="FFFFFF"/>
                </a:solidFill>
              </a:defRPr>
            </a:pPr>
            <a:endParaRPr/>
          </a:p>
        </p:txBody>
      </p:sp>
      <p:grpSp>
        <p:nvGrpSpPr>
          <p:cNvPr id="9" name="组合 22"/>
          <p:cNvGrpSpPr/>
          <p:nvPr/>
        </p:nvGrpSpPr>
        <p:grpSpPr>
          <a:xfrm>
            <a:off x="1131551" y="986029"/>
            <a:ext cx="2817113" cy="658814"/>
            <a:chOff x="0" y="-1"/>
            <a:chExt cx="2614612" cy="658814"/>
          </a:xfrm>
        </p:grpSpPr>
        <p:sp>
          <p:nvSpPr>
            <p:cNvPr id="10" name="矩形 23"/>
            <p:cNvSpPr/>
            <p:nvPr/>
          </p:nvSpPr>
          <p:spPr>
            <a:xfrm>
              <a:off x="79375" y="-1"/>
              <a:ext cx="2535237" cy="658814"/>
            </a:xfrm>
            <a:prstGeom prst="rect">
              <a:avLst/>
            </a:prstGeom>
            <a:solidFill>
              <a:srgbClr val="414455"/>
            </a:solidFill>
            <a:ln w="12700" cap="flat">
              <a:noFill/>
              <a:miter lim="400000"/>
            </a:ln>
            <a:effectLst/>
          </p:spPr>
          <p:txBody>
            <a:bodyPr wrap="square" lIns="45719" tIns="45719" rIns="45719" bIns="45719" numCol="1" anchor="ctr">
              <a:noAutofit/>
            </a:bodyPr>
            <a:lstStyle/>
            <a:p>
              <a:pPr algn="ctr">
                <a:defRPr sz="1800" b="0" i="0" u="none" strike="noStrike" spc="0" baseline="0">
                  <a:ln>
                    <a:noFill/>
                  </a:ln>
                  <a:solidFill>
                    <a:srgbClr val="FFFFFF">
                      <a:alpha val="100000"/>
                    </a:srgbClr>
                  </a:solidFill>
                  <a:effectLst/>
                  <a:latin typeface="Calibri"/>
                  <a:ea typeface="Calibri"/>
                  <a:cs typeface="+mn-cs"/>
                  <a:sym typeface="Calibri"/>
                </a:defRPr>
              </a:pPr>
              <a:r>
                <a:rPr lang="en-US" dirty="0"/>
                <a:t>      1.</a:t>
              </a:r>
              <a:r>
                <a:rPr lang="zh-CN" altLang="en-US" dirty="0">
                  <a:solidFill>
                    <a:srgbClr val="FFFFFF">
                      <a:alpha val="100000"/>
                    </a:srgbClr>
                  </a:solidFill>
                  <a:latin typeface="Calibri"/>
                </a:rPr>
                <a:t>数据管理难题</a:t>
              </a:r>
              <a:endParaRPr dirty="0">
                <a:solidFill>
                  <a:srgbClr val="FFFFFF">
                    <a:alpha val="100000"/>
                  </a:srgbClr>
                </a:solidFill>
                <a:latin typeface="Calibri"/>
                <a:ea typeface="Calibri"/>
              </a:endParaRPr>
            </a:p>
          </p:txBody>
        </p:sp>
        <p:grpSp>
          <p:nvGrpSpPr>
            <p:cNvPr id="11" name="组合 24"/>
            <p:cNvGrpSpPr/>
            <p:nvPr/>
          </p:nvGrpSpPr>
          <p:grpSpPr>
            <a:xfrm>
              <a:off x="0" y="108071"/>
              <a:ext cx="767125" cy="417121"/>
              <a:chOff x="0" y="0"/>
              <a:chExt cx="767124" cy="417120"/>
            </a:xfrm>
          </p:grpSpPr>
          <p:sp>
            <p:nvSpPr>
              <p:cNvPr id="12" name="任意多边形 26"/>
              <p:cNvSpPr/>
              <p:nvPr/>
            </p:nvSpPr>
            <p:spPr>
              <a:xfrm rot="10800000" flipH="1">
                <a:off x="0" y="34292"/>
                <a:ext cx="767125" cy="382829"/>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0"/>
                    </a:lnTo>
                    <a:lnTo>
                      <a:pt x="21600" y="506"/>
                    </a:lnTo>
                    <a:lnTo>
                      <a:pt x="16112" y="21600"/>
                    </a:lnTo>
                    <a:lnTo>
                      <a:pt x="0" y="21600"/>
                    </a:lnTo>
                    <a:close/>
                  </a:path>
                </a:pathLst>
              </a:custGeom>
              <a:solidFill>
                <a:srgbClr val="00B0F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3" name="直角三角形 27"/>
              <p:cNvSpPr/>
              <p:nvPr/>
            </p:nvSpPr>
            <p:spPr>
              <a:xfrm flipH="1">
                <a:off x="0" y="-1"/>
                <a:ext cx="90612" cy="34294"/>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0" y="0"/>
                    </a:lnTo>
                    <a:close/>
                  </a:path>
                </a:pathLst>
              </a:custGeom>
              <a:solidFill>
                <a:srgbClr val="00B0F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grpSp>
      <p:grpSp>
        <p:nvGrpSpPr>
          <p:cNvPr id="14" name="组合 40"/>
          <p:cNvGrpSpPr/>
          <p:nvPr/>
        </p:nvGrpSpPr>
        <p:grpSpPr>
          <a:xfrm>
            <a:off x="1237701" y="4185128"/>
            <a:ext cx="2732048" cy="550447"/>
            <a:chOff x="-1" y="0"/>
            <a:chExt cx="2535657" cy="550444"/>
          </a:xfrm>
        </p:grpSpPr>
        <p:sp>
          <p:nvSpPr>
            <p:cNvPr id="15" name="矩形 41"/>
            <p:cNvSpPr/>
            <p:nvPr/>
          </p:nvSpPr>
          <p:spPr>
            <a:xfrm>
              <a:off x="-1" y="0"/>
              <a:ext cx="2535658" cy="550445"/>
            </a:xfrm>
            <a:prstGeom prst="rect">
              <a:avLst/>
            </a:prstGeom>
            <a:solidFill>
              <a:srgbClr val="41445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6" name="文本框 70"/>
            <p:cNvSpPr txBox="1"/>
            <p:nvPr/>
          </p:nvSpPr>
          <p:spPr>
            <a:xfrm>
              <a:off x="647887" y="104084"/>
              <a:ext cx="1175162" cy="368298"/>
            </a:xfrm>
            <a:prstGeom prst="rect">
              <a:avLst/>
            </a:prstGeom>
            <a:solidFill>
              <a:srgbClr val="414455"/>
            </a:solidFill>
            <a:ln w="12700" cap="flat">
              <a:noFill/>
              <a:miter lim="400000"/>
            </a:ln>
            <a:effectLst/>
            <a:extLst>
              <a:ext uri="{C572A759-6A51-4108-AA02-DFA0A04FC94B}"/>
            </a:extLst>
          </p:spPr>
          <p:txBody>
            <a:bodyPr wrap="square" lIns="45719" tIns="45719" rIns="45719" bIns="45719" numCol="1" anchor="t">
              <a:spAutoFit/>
            </a:bodyPr>
            <a:lstStyle>
              <a:lvl1pPr>
                <a:defRPr>
                  <a:solidFill>
                    <a:srgbClr val="FFFFFF"/>
                  </a:solidFill>
                  <a:latin typeface="微软雅黑"/>
                  <a:ea typeface="微软雅黑"/>
                  <a:cs typeface="微软雅黑"/>
                  <a:sym typeface="微软雅黑"/>
                </a:defRPr>
              </a:lvl1pPr>
            </a:lstStyle>
            <a:p>
              <a:pPr>
                <a:buClrTx/>
                <a:buSzTx/>
                <a:buFontTx/>
                <a:buNone/>
              </a:pPr>
              <a:endParaRPr/>
            </a:p>
          </p:txBody>
        </p:sp>
      </p:grpSp>
      <p:sp>
        <p:nvSpPr>
          <p:cNvPr id="17" name="矩形 1"/>
          <p:cNvSpPr/>
          <p:nvPr/>
        </p:nvSpPr>
        <p:spPr>
          <a:xfrm>
            <a:off x="5387331" y="1567296"/>
            <a:ext cx="2731592" cy="2539768"/>
          </a:xfrm>
          <a:prstGeom prst="rect">
            <a:avLst/>
          </a:prstGeom>
          <a:solidFill>
            <a:srgbClr val="F9F9F9"/>
          </a:solidFill>
          <a:ln w="12700">
            <a:miter lim="400000"/>
          </a:ln>
        </p:spPr>
        <p:txBody>
          <a:bodyPr lIns="45719" rIns="45719" anchor="ctr"/>
          <a:lstStyle/>
          <a:p>
            <a:pPr algn="ctr">
              <a:defRPr>
                <a:solidFill>
                  <a:srgbClr val="FFFFFF"/>
                </a:solidFill>
              </a:defRPr>
            </a:pPr>
            <a:endParaRPr/>
          </a:p>
        </p:txBody>
      </p:sp>
      <p:grpSp>
        <p:nvGrpSpPr>
          <p:cNvPr id="18" name="组合 22"/>
          <p:cNvGrpSpPr/>
          <p:nvPr/>
        </p:nvGrpSpPr>
        <p:grpSpPr>
          <a:xfrm>
            <a:off x="5280725" y="986029"/>
            <a:ext cx="2817113" cy="658814"/>
            <a:chOff x="0" y="-1"/>
            <a:chExt cx="2614612" cy="658814"/>
          </a:xfrm>
        </p:grpSpPr>
        <p:sp>
          <p:nvSpPr>
            <p:cNvPr id="19" name="矩形 23"/>
            <p:cNvSpPr/>
            <p:nvPr/>
          </p:nvSpPr>
          <p:spPr>
            <a:xfrm>
              <a:off x="79375" y="-1"/>
              <a:ext cx="2535237" cy="658814"/>
            </a:xfrm>
            <a:prstGeom prst="rect">
              <a:avLst/>
            </a:prstGeom>
            <a:solidFill>
              <a:srgbClr val="414455"/>
            </a:solidFill>
            <a:ln w="12700" cap="flat">
              <a:noFill/>
              <a:miter lim="400000"/>
            </a:ln>
            <a:effectLst/>
          </p:spPr>
          <p:txBody>
            <a:bodyPr wrap="square" lIns="45719" tIns="45719" rIns="45719" bIns="45719" numCol="1" anchor="ctr">
              <a:noAutofit/>
            </a:bodyPr>
            <a:lstStyle/>
            <a:p>
              <a:pPr algn="ctr">
                <a:defRPr sz="1800" b="0" i="0" u="none" strike="noStrike" spc="0" baseline="0">
                  <a:ln>
                    <a:noFill/>
                  </a:ln>
                  <a:solidFill>
                    <a:srgbClr val="FFFFFF">
                      <a:alpha val="100000"/>
                    </a:srgbClr>
                  </a:solidFill>
                  <a:effectLst/>
                  <a:latin typeface="Calibri"/>
                  <a:ea typeface="Calibri"/>
                  <a:cs typeface="+mn-cs"/>
                  <a:sym typeface="Calibri"/>
                </a:defRPr>
              </a:pPr>
              <a:r>
                <a:rPr lang="en-US" altLang="zh-CN" dirty="0"/>
                <a:t>          </a:t>
              </a:r>
              <a:r>
                <a:rPr dirty="0"/>
                <a:t>2.</a:t>
              </a:r>
              <a:r>
                <a:rPr lang="zh-CN" altLang="en-US" dirty="0">
                  <a:solidFill>
                    <a:srgbClr val="FFFFFF">
                      <a:alpha val="100000"/>
                    </a:srgbClr>
                  </a:solidFill>
                  <a:latin typeface="Calibri"/>
                </a:rPr>
                <a:t>实验结果的存储</a:t>
              </a:r>
              <a:endParaRPr dirty="0">
                <a:solidFill>
                  <a:srgbClr val="FFFFFF">
                    <a:alpha val="100000"/>
                  </a:srgbClr>
                </a:solidFill>
                <a:latin typeface="Calibri"/>
                <a:ea typeface="Calibri"/>
              </a:endParaRPr>
            </a:p>
          </p:txBody>
        </p:sp>
        <p:grpSp>
          <p:nvGrpSpPr>
            <p:cNvPr id="20" name="组合 24"/>
            <p:cNvGrpSpPr/>
            <p:nvPr/>
          </p:nvGrpSpPr>
          <p:grpSpPr>
            <a:xfrm>
              <a:off x="0" y="108071"/>
              <a:ext cx="767125" cy="417121"/>
              <a:chOff x="0" y="0"/>
              <a:chExt cx="767124" cy="417120"/>
            </a:xfrm>
          </p:grpSpPr>
          <p:sp>
            <p:nvSpPr>
              <p:cNvPr id="21" name="任意多边形 26"/>
              <p:cNvSpPr/>
              <p:nvPr/>
            </p:nvSpPr>
            <p:spPr>
              <a:xfrm rot="10800000" flipH="1">
                <a:off x="0" y="34292"/>
                <a:ext cx="767125" cy="382829"/>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0"/>
                    </a:lnTo>
                    <a:lnTo>
                      <a:pt x="21600" y="506"/>
                    </a:lnTo>
                    <a:lnTo>
                      <a:pt x="16112" y="21600"/>
                    </a:lnTo>
                    <a:lnTo>
                      <a:pt x="0" y="21600"/>
                    </a:lnTo>
                    <a:close/>
                  </a:path>
                </a:pathLst>
              </a:custGeom>
              <a:solidFill>
                <a:srgbClr val="00B0F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22" name="直角三角形 27"/>
              <p:cNvSpPr/>
              <p:nvPr/>
            </p:nvSpPr>
            <p:spPr>
              <a:xfrm flipH="1">
                <a:off x="0" y="-1"/>
                <a:ext cx="90612" cy="34294"/>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0" y="0"/>
                    </a:lnTo>
                    <a:close/>
                  </a:path>
                </a:pathLst>
              </a:custGeom>
              <a:solidFill>
                <a:srgbClr val="00B0F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grpSp>
      <p:grpSp>
        <p:nvGrpSpPr>
          <p:cNvPr id="23" name="组合 40"/>
          <p:cNvGrpSpPr/>
          <p:nvPr/>
        </p:nvGrpSpPr>
        <p:grpSpPr>
          <a:xfrm>
            <a:off x="5386875" y="4185128"/>
            <a:ext cx="2732048" cy="550447"/>
            <a:chOff x="-1" y="0"/>
            <a:chExt cx="2535658" cy="550445"/>
          </a:xfrm>
        </p:grpSpPr>
        <p:sp>
          <p:nvSpPr>
            <p:cNvPr id="24" name="矩形 41"/>
            <p:cNvSpPr/>
            <p:nvPr/>
          </p:nvSpPr>
          <p:spPr>
            <a:xfrm>
              <a:off x="-1" y="0"/>
              <a:ext cx="2535658" cy="550445"/>
            </a:xfrm>
            <a:prstGeom prst="rect">
              <a:avLst/>
            </a:prstGeom>
            <a:solidFill>
              <a:srgbClr val="41445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25" name="文本框 70"/>
            <p:cNvSpPr txBox="1"/>
            <p:nvPr/>
          </p:nvSpPr>
          <p:spPr>
            <a:xfrm>
              <a:off x="647887" y="104084"/>
              <a:ext cx="1175162" cy="368298"/>
            </a:xfrm>
            <a:prstGeom prst="rect">
              <a:avLst/>
            </a:prstGeom>
            <a:solidFill>
              <a:srgbClr val="414455"/>
            </a:solidFill>
            <a:ln w="12700" cap="flat">
              <a:noFill/>
              <a:miter lim="400000"/>
            </a:ln>
            <a:effectLst/>
            <a:extLst>
              <a:ext uri="{C572A759-6A51-4108-AA02-DFA0A04FC94B}"/>
            </a:extLst>
          </p:spPr>
          <p:txBody>
            <a:bodyPr wrap="square" lIns="45719" tIns="45719" rIns="45719" bIns="45719" numCol="1" anchor="t">
              <a:spAutoFit/>
            </a:bodyPr>
            <a:lstStyle>
              <a:lvl1pPr>
                <a:defRPr>
                  <a:solidFill>
                    <a:srgbClr val="FFFFFF"/>
                  </a:solidFill>
                  <a:latin typeface="微软雅黑"/>
                  <a:ea typeface="微软雅黑"/>
                  <a:cs typeface="微软雅黑"/>
                  <a:sym typeface="微软雅黑"/>
                </a:defRPr>
              </a:lvl1pPr>
            </a:lstStyle>
            <a:p>
              <a:pPr>
                <a:buClrTx/>
                <a:buSzTx/>
                <a:buFontTx/>
                <a:buNone/>
              </a:pPr>
              <a:endParaRPr/>
            </a:p>
          </p:txBody>
        </p:sp>
      </p:grpSp>
      <p:sp>
        <p:nvSpPr>
          <p:cNvPr id="35" name="文本框 34"/>
          <p:cNvSpPr txBox="1"/>
          <p:nvPr/>
        </p:nvSpPr>
        <p:spPr>
          <a:xfrm>
            <a:off x="1217074" y="1644787"/>
            <a:ext cx="2852112" cy="12070080"/>
          </a:xfrm>
        </p:spPr>
        <p:txBody>
          <a:bodyPr wrap="square">
            <a:spAutoFit/>
          </a:bodyPr>
          <a:lstStyle/>
          <a:p>
            <a:pPr>
              <a:defRPr sz="1800" b="0" i="0" u="none" strike="noStrike" spc="0" baseline="0">
                <a:ln>
                  <a:noFill/>
                </a:ln>
                <a:solidFill>
                  <a:srgbClr val="000000">
                    <a:alpha val="100000"/>
                  </a:srgbClr>
                </a:solidFill>
                <a:effectLst/>
                <a:latin typeface="Calibri"/>
                <a:ea typeface="Calibri"/>
                <a:cs typeface="+mn-cs"/>
                <a:sym typeface="Calibri"/>
              </a:defRPr>
            </a:pPr>
            <a:r>
              <a:rPr lang="zh-CN" altLang="en-US" dirty="0">
                <a:solidFill>
                  <a:srgbClr val="000000">
                    <a:alpha val="100000"/>
                  </a:srgbClr>
                </a:solidFill>
                <a:latin typeface="宋体"/>
                <a:ea typeface="宋体"/>
              </a:rPr>
              <a:t>卫星观测产生的海量数据需要经过复杂的预处理（如去除异常值、填补缺失值等），并且不同时间和空间条件下的参数需关联存储，以便后续模型开发和验证使用。传统的文件管理难以满足高效查询和结构化存储的需求。</a:t>
            </a:r>
          </a:p>
          <a:p>
            <a:pPr>
              <a:defRPr sz="1800" b="0" i="0" u="none" strike="noStrike" spc="0" baseline="0">
                <a:ln>
                  <a:noFill/>
                </a:ln>
                <a:solidFill>
                  <a:srgbClr val="000000">
                    <a:alpha val="100000"/>
                  </a:srgbClr>
                </a:solidFill>
                <a:effectLst/>
                <a:latin typeface="Calibri"/>
                <a:ea typeface="Calibri"/>
                <a:cs typeface="+mn-cs"/>
                <a:sym typeface="Calibri"/>
              </a:defRPr>
            </a:pPr>
            <a:endParaRPr lang="zh-CN" altLang="en-US" dirty="0">
              <a:solidFill>
                <a:srgbClr val="000000">
                  <a:alpha val="100000"/>
                </a:srgbClr>
              </a:solidFill>
              <a:latin typeface="宋体"/>
              <a:ea typeface="宋体"/>
            </a:endParaRPr>
          </a:p>
          <a:p>
            <a:pPr>
              <a:defRPr sz="1800" b="0" i="0" u="none" strike="noStrike" spc="0" baseline="0">
                <a:ln>
                  <a:noFill/>
                </a:ln>
                <a:solidFill>
                  <a:srgbClr val="000000">
                    <a:alpha val="100000"/>
                  </a:srgbClr>
                </a:solidFill>
                <a:effectLst/>
                <a:latin typeface="Calibri"/>
                <a:ea typeface="Calibri"/>
                <a:cs typeface="+mn-cs"/>
                <a:sym typeface="Calibri"/>
              </a:defRPr>
            </a:pPr>
            <a:endParaRPr lang="zh-CN" altLang="en-US" dirty="0"/>
          </a:p>
        </p:txBody>
      </p:sp>
      <p:sp>
        <p:nvSpPr>
          <p:cNvPr id="36" name="文本框 35"/>
          <p:cNvSpPr txBox="1"/>
          <p:nvPr/>
        </p:nvSpPr>
        <p:spPr>
          <a:xfrm>
            <a:off x="5402517" y="1700916"/>
            <a:ext cx="2796814" cy="10424160"/>
          </a:xfrm>
        </p:spPr>
        <p:txBody>
          <a:bodyPr wrap="square">
            <a:spAutoFit/>
          </a:bodyPr>
          <a:lstStyle/>
          <a:p>
            <a:r>
              <a:rPr lang="zh-CN" altLang="en-US" dirty="0">
                <a:solidFill>
                  <a:srgbClr val="000000">
                    <a:alpha val="100000"/>
                  </a:srgbClr>
                </a:solidFill>
                <a:latin typeface="宋体"/>
                <a:ea typeface="宋体"/>
              </a:rPr>
              <a:t>在模型训练和优化过程中，会产生大量中间数据和实验结果。没有系统的数据库管理，难以高效追踪模型参数的变化和验证结果，影响模型的迭代优化。</a:t>
            </a:r>
          </a:p>
          <a:p>
            <a:endParaRPr lang="zh-CN" altLang="en-US" dirty="0">
              <a:solidFill>
                <a:srgbClr val="000000">
                  <a:alpha val="100000"/>
                </a:srgbClr>
              </a:solidFill>
              <a:latin typeface="宋体"/>
              <a:ea typeface="宋体"/>
            </a:endParaRPr>
          </a:p>
        </p:txBody>
      </p:sp>
      <p:sp>
        <p:nvSpPr>
          <p:cNvPr id="39" name="矩形 32">
            <a:extLst>
              <a:ext uri="{FF2B5EF4-FFF2-40B4-BE49-F238E27FC236}">
                <a16:creationId xmlns:a16="http://schemas.microsoft.com/office/drawing/2014/main" id="{D34A4069-C308-4220-B9F5-F12071BDAF1D}"/>
              </a:ext>
            </a:extLst>
          </p:cNvPr>
          <p:cNvSpPr txBox="1"/>
          <p:nvPr/>
        </p:nvSpPr>
        <p:spPr>
          <a:xfrm>
            <a:off x="6477000" y="176212"/>
            <a:ext cx="810476" cy="307777"/>
          </a:xfrm>
          <a:prstGeom prst="rect">
            <a:avLst/>
          </a:prstGeom>
          <a:ln w="12700">
            <a:miter lim="400000"/>
          </a:ln>
          <a:extLst>
            <a:ext uri="{C572A759-6A51-4108-AA02-DFA0A04FC94B}"/>
          </a:extLst>
        </p:spPr>
        <p:txBody>
          <a:bodyPr wrap="none" lIns="45719" rIns="45719">
            <a:spAutoFit/>
          </a:bodyPr>
          <a:lstStyle>
            <a:lvl1pPr>
              <a:defRPr sz="1400">
                <a:solidFill>
                  <a:srgbClr val="FFFFFF"/>
                </a:solidFill>
                <a:latin typeface="微软雅黑"/>
                <a:ea typeface="微软雅黑"/>
                <a:cs typeface="微软雅黑"/>
                <a:sym typeface="微软雅黑"/>
              </a:defRPr>
            </a:lvl1pPr>
          </a:lstStyle>
          <a:p>
            <a:pPr>
              <a:buClrTx/>
              <a:buSzTx/>
              <a:buFontTx/>
              <a:buNone/>
            </a:pPr>
            <a:r>
              <a:rPr lang="zh-CN" altLang="en-US" dirty="0"/>
              <a:t>问题描述</a:t>
            </a:r>
            <a:endParaRPr dirty="0"/>
          </a:p>
        </p:txBody>
      </p:sp>
      <p:sp>
        <p:nvSpPr>
          <p:cNvPr id="40" name="矩形 33">
            <a:extLst>
              <a:ext uri="{FF2B5EF4-FFF2-40B4-BE49-F238E27FC236}">
                <a16:creationId xmlns:a16="http://schemas.microsoft.com/office/drawing/2014/main" id="{D9C41EBB-CFBC-4386-976D-1CB2275DFE35}"/>
              </a:ext>
            </a:extLst>
          </p:cNvPr>
          <p:cNvSpPr/>
          <p:nvPr/>
        </p:nvSpPr>
        <p:spPr>
          <a:xfrm>
            <a:off x="8564563" y="258763"/>
            <a:ext cx="184151" cy="138113"/>
          </a:xfrm>
          <a:prstGeom prst="rect">
            <a:avLst/>
          </a:prstGeom>
          <a:solidFill>
            <a:srgbClr val="FFFFFF">
              <a:alpha val="80000"/>
            </a:srgbClr>
          </a:solidFill>
          <a:ln w="12700">
            <a:miter lim="400000"/>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41" name="矩形 34">
            <a:extLst>
              <a:ext uri="{FF2B5EF4-FFF2-40B4-BE49-F238E27FC236}">
                <a16:creationId xmlns:a16="http://schemas.microsoft.com/office/drawing/2014/main" id="{1E07F879-7945-434E-ADC3-1BC38B4AE6E3}"/>
              </a:ext>
            </a:extLst>
          </p:cNvPr>
          <p:cNvSpPr/>
          <p:nvPr/>
        </p:nvSpPr>
        <p:spPr>
          <a:xfrm>
            <a:off x="8329613" y="258763"/>
            <a:ext cx="182563" cy="138113"/>
          </a:xfrm>
          <a:prstGeom prst="rect">
            <a:avLst/>
          </a:prstGeom>
          <a:solidFill>
            <a:srgbClr val="FFFFFF">
              <a:alpha val="80000"/>
            </a:srgbClr>
          </a:solidFill>
          <a:ln w="12700">
            <a:miter lim="400000"/>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42" name="矩形 35">
            <a:extLst>
              <a:ext uri="{FF2B5EF4-FFF2-40B4-BE49-F238E27FC236}">
                <a16:creationId xmlns:a16="http://schemas.microsoft.com/office/drawing/2014/main" id="{B405E7BB-68EB-4B5E-B6CD-FE704304812D}"/>
              </a:ext>
            </a:extLst>
          </p:cNvPr>
          <p:cNvSpPr/>
          <p:nvPr/>
        </p:nvSpPr>
        <p:spPr>
          <a:xfrm>
            <a:off x="8097838" y="258763"/>
            <a:ext cx="184151" cy="138113"/>
          </a:xfrm>
          <a:prstGeom prst="rect">
            <a:avLst/>
          </a:prstGeom>
          <a:solidFill>
            <a:srgbClr val="FFFFFF">
              <a:alpha val="80000"/>
            </a:srgbClr>
          </a:solidFill>
          <a:ln w="12700">
            <a:miter lim="400000"/>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43" name="矩形 36">
            <a:extLst>
              <a:ext uri="{FF2B5EF4-FFF2-40B4-BE49-F238E27FC236}">
                <a16:creationId xmlns:a16="http://schemas.microsoft.com/office/drawing/2014/main" id="{B118D564-C67D-4831-9F7F-ACC86E7DCA7D}"/>
              </a:ext>
            </a:extLst>
          </p:cNvPr>
          <p:cNvSpPr/>
          <p:nvPr/>
        </p:nvSpPr>
        <p:spPr>
          <a:xfrm>
            <a:off x="7624764" y="258763"/>
            <a:ext cx="184150" cy="138113"/>
          </a:xfrm>
          <a:prstGeom prst="rect">
            <a:avLst/>
          </a:prstGeom>
          <a:ln w="6350">
            <a:solidFill>
              <a:srgbClr val="D9D9D9"/>
            </a:solidFill>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44" name="矩形 37">
            <a:extLst>
              <a:ext uri="{FF2B5EF4-FFF2-40B4-BE49-F238E27FC236}">
                <a16:creationId xmlns:a16="http://schemas.microsoft.com/office/drawing/2014/main" id="{A0E32D03-E034-4A66-AF0C-45A7289A3012}"/>
              </a:ext>
            </a:extLst>
          </p:cNvPr>
          <p:cNvSpPr/>
          <p:nvPr/>
        </p:nvSpPr>
        <p:spPr>
          <a:xfrm>
            <a:off x="7866064" y="258763"/>
            <a:ext cx="184150" cy="138113"/>
          </a:xfrm>
          <a:prstGeom prst="rect">
            <a:avLst/>
          </a:prstGeom>
          <a:solidFill>
            <a:srgbClr val="FFFFFF">
              <a:alpha val="80000"/>
            </a:srgbClr>
          </a:solidFill>
          <a:ln w="12700">
            <a:miter lim="400000"/>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45" name="矩形 38">
            <a:extLst>
              <a:ext uri="{FF2B5EF4-FFF2-40B4-BE49-F238E27FC236}">
                <a16:creationId xmlns:a16="http://schemas.microsoft.com/office/drawing/2014/main" id="{C8422B13-DC43-450C-B6F2-C4C9322A90BB}"/>
              </a:ext>
            </a:extLst>
          </p:cNvPr>
          <p:cNvSpPr/>
          <p:nvPr/>
        </p:nvSpPr>
        <p:spPr>
          <a:xfrm>
            <a:off x="7383463" y="258763"/>
            <a:ext cx="184151" cy="138113"/>
          </a:xfrm>
          <a:prstGeom prst="rect">
            <a:avLst/>
          </a:prstGeom>
          <a:solidFill>
            <a:srgbClr val="D9D9D9"/>
          </a:solidFill>
          <a:ln w="12700">
            <a:miter lim="400000"/>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Tree>
    <p:extLst>
      <p:ext uri="{BB962C8B-B14F-4D97-AF65-F5344CB8AC3E}">
        <p14:creationId xmlns:p14="http://schemas.microsoft.com/office/powerpoint/2010/main" val="1879975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Tn>
                        </p:par>
                        <p:par>
                          <p:cTn id="5" fill="hold">
                            <p:stCondLst>
                              <p:cond delay="0"/>
                            </p:stCondLst>
                            <p:childTnLst>
                              <p:par>
                                <p:cTn id="6" presetID="2" presetClass="entr" presetSubtype="8" fill="hold" nodeType="afterEffect">
                                  <p:stCondLst>
                                    <p:cond delay="0"/>
                                  </p:stCondLst>
                                  <p:iterate>
                                    <p:tmAbs val="0"/>
                                  </p:iterate>
                                  <p:childTnLst>
                                    <p:set>
                                      <p:cBhvr>
                                        <p:cTn id="7" fill="hold"/>
                                        <p:tgtEl>
                                          <p:spTgt spid="9"/>
                                        </p:tgtEl>
                                        <p:attrNameLst>
                                          <p:attrName>style.visibility</p:attrName>
                                        </p:attrNameLst>
                                      </p:cBhvr>
                                      <p:to>
                                        <p:strVal val="visible"/>
                                      </p:to>
                                    </p:set>
                                    <p:anim calcmode="lin" valueType="num">
                                      <p:cBhvr>
                                        <p:cTn id="8" dur="500" fill="hold"/>
                                        <p:tgtEl>
                                          <p:spTgt spid="9"/>
                                        </p:tgtEl>
                                        <p:attrNameLst>
                                          <p:attrName>ppt_x</p:attrName>
                                        </p:attrNameLst>
                                      </p:cBhvr>
                                      <p:tavLst>
                                        <p:tav tm="0">
                                          <p:val>
                                            <p:strVal val="0-#ppt_w/2"/>
                                          </p:val>
                                        </p:tav>
                                        <p:tav tm="100000">
                                          <p:val>
                                            <p:strVal val="#ppt_x"/>
                                          </p:val>
                                        </p:tav>
                                      </p:tavLst>
                                    </p:anim>
                                    <p:anim calcmode="lin" valueType="num">
                                      <p:cBhvr>
                                        <p:cTn id="9" dur="500" fill="hold"/>
                                        <p:tgtEl>
                                          <p:spTgt spid="9"/>
                                        </p:tgtEl>
                                        <p:attrNameLst>
                                          <p:attrName>ppt_y</p:attrName>
                                        </p:attrNameLst>
                                      </p:cBhvr>
                                      <p:tavLst>
                                        <p:tav tm="0">
                                          <p:val>
                                            <p:strVal val="#ppt_y"/>
                                          </p:val>
                                        </p:tav>
                                        <p:tav tm="100000">
                                          <p:val>
                                            <p:strVal val="#ppt_y"/>
                                          </p:val>
                                        </p:tav>
                                      </p:tavLst>
                                    </p:anim>
                                  </p:childTnLst>
                                </p:cTn>
                              </p:par>
                            </p:childTnLst>
                          </p:cTn>
                        </p:par>
                        <p:par>
                          <p:cTn id="10" fill="hold">
                            <p:stCondLst>
                              <p:cond delay="0"/>
                            </p:stCondLst>
                            <p:childTnLst>
                              <p:par>
                                <p:cTn id="11" presetID="19" presetClass="entr" presetSubtype="10" fill="hold" nodeType="afterEffect">
                                  <p:stCondLst>
                                    <p:cond delay="500"/>
                                  </p:stCondLst>
                                  <p:iterate>
                                    <p:tmAbs val="0"/>
                                  </p:iterate>
                                  <p:childTnLst>
                                    <p:set>
                                      <p:cBhvr>
                                        <p:cTn id="12" fill="hold"/>
                                        <p:tgtEl>
                                          <p:spTgt spid="8"/>
                                        </p:tgtEl>
                                        <p:attrNameLst>
                                          <p:attrName>style.visibility</p:attrName>
                                        </p:attrNameLst>
                                      </p:cBhvr>
                                      <p:to>
                                        <p:strVal val="visible"/>
                                      </p:to>
                                    </p:set>
                                    <p:anim calcmode="lin" valueType="num">
                                      <p:cBhvr>
                                        <p:cTn id="13" dur="500" fill="hold"/>
                                        <p:tgtEl>
                                          <p:spTgt spid="8"/>
                                        </p:tgtEl>
                                        <p:attrNameLst>
                                          <p:attrName>ppt_w</p:attrName>
                                        </p:attrNameLst>
                                      </p:cBhvr>
                                      <p:tavLst>
                                        <p:tav tm="0" fmla="#ppt_w*sin(2.5*pi*$)">
                                          <p:val>
                                            <p:fltVal val="0"/>
                                          </p:val>
                                        </p:tav>
                                        <p:tav tm="100000">
                                          <p:val>
                                            <p:fltVal val="1"/>
                                          </p:val>
                                        </p:tav>
                                      </p:tavLst>
                                    </p:anim>
                                    <p:anim calcmode="lin" valueType="num">
                                      <p:cBhvr>
                                        <p:cTn id="14" dur="500" fill="hold"/>
                                        <p:tgtEl>
                                          <p:spTgt spid="8"/>
                                        </p:tgtEl>
                                        <p:attrNameLst>
                                          <p:attrName>ppt_h</p:attrName>
                                        </p:attrNameLst>
                                      </p:cBhvr>
                                      <p:tavLst>
                                        <p:tav tm="0">
                                          <p:val>
                                            <p:strVal val="#ppt_h"/>
                                          </p:val>
                                        </p:tav>
                                        <p:tav tm="100000">
                                          <p:val>
                                            <p:strVal val="#ppt_h"/>
                                          </p:val>
                                        </p:tav>
                                      </p:tavLst>
                                    </p:anim>
                                  </p:childTnLst>
                                </p:cTn>
                              </p:par>
                            </p:childTnLst>
                          </p:cTn>
                        </p:par>
                        <p:par>
                          <p:cTn id="15" fill="hold">
                            <p:stCondLst>
                              <p:cond delay="0"/>
                            </p:stCondLst>
                            <p:childTnLst>
                              <p:par>
                                <p:cTn id="16" presetID="15" presetClass="entr" presetSubtype="0" fill="hold" nodeType="afterEffect">
                                  <p:stCondLst>
                                    <p:cond delay="0"/>
                                  </p:stCondLst>
                                  <p:iterate>
                                    <p:tmAbs val="0"/>
                                  </p:iterate>
                                  <p:childTnLst>
                                    <p:set>
                                      <p:cBhvr>
                                        <p:cTn id="17" fill="hold"/>
                                        <p:tgtEl>
                                          <p:spTgt spid="14"/>
                                        </p:tgtEl>
                                        <p:attrNameLst>
                                          <p:attrName>style.visibility</p:attrName>
                                        </p:attrNameLst>
                                      </p:cBhvr>
                                      <p:to>
                                        <p:strVal val="visible"/>
                                      </p:to>
                                    </p:set>
                                    <p:anim calcmode="lin" valueType="num">
                                      <p:cBhvr>
                                        <p:cTn id="18" dur="500" fill="hold"/>
                                        <p:tgtEl>
                                          <p:spTgt spid="14"/>
                                        </p:tgtEl>
                                        <p:attrNameLst>
                                          <p:attrName>ppt_w</p:attrName>
                                        </p:attrNameLst>
                                      </p:cBhvr>
                                      <p:tavLst>
                                        <p:tav tm="0">
                                          <p:val>
                                            <p:fltVal val="0"/>
                                          </p:val>
                                        </p:tav>
                                        <p:tav tm="100000">
                                          <p:val>
                                            <p:strVal val="#ppt_w"/>
                                          </p:val>
                                        </p:tav>
                                      </p:tavLst>
                                    </p:anim>
                                    <p:anim calcmode="lin" valueType="num">
                                      <p:cBhvr>
                                        <p:cTn id="19" dur="500" fill="hold"/>
                                        <p:tgtEl>
                                          <p:spTgt spid="14"/>
                                        </p:tgtEl>
                                        <p:attrNameLst>
                                          <p:attrName>ppt_h</p:attrName>
                                        </p:attrNameLst>
                                      </p:cBhvr>
                                      <p:tavLst>
                                        <p:tav tm="0">
                                          <p:val>
                                            <p:fltVal val="0"/>
                                          </p:val>
                                        </p:tav>
                                        <p:tav tm="100000">
                                          <p:val>
                                            <p:strVal val="#ppt_h"/>
                                          </p:val>
                                        </p:tav>
                                      </p:tavLst>
                                    </p:anim>
                                    <p:anim calcmode="lin" valueType="num">
                                      <p:cBhvr>
                                        <p:cTn id="20" dur="500" fill="hold"/>
                                        <p:tgtEl>
                                          <p:spTgt spid="14"/>
                                        </p:tgtEl>
                                        <p:attrNameLst>
                                          <p:attrName>ppt_x</p:attrName>
                                        </p:attrNameLst>
                                      </p:cBhvr>
                                      <p:tavLst>
                                        <p:tav tm="0" fmla="#ppt_x+(cos(-2*pi*(1-$))*-#ppt_x-sin(-2*pi*(1-$))*(1-#ppt_y))*(1-$)">
                                          <p:val>
                                            <p:fltVal val="0"/>
                                          </p:val>
                                        </p:tav>
                                        <p:tav tm="100000">
                                          <p:val>
                                            <p:fltVal val="1"/>
                                          </p:val>
                                        </p:tav>
                                      </p:tavLst>
                                    </p:anim>
                                    <p:anim calcmode="lin" valueType="num">
                                      <p:cBhvr>
                                        <p:cTn id="21" dur="500" fill="hold"/>
                                        <p:tgtEl>
                                          <p:spTgt spid="14"/>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350962"/>
            <a:ext cx="3228975" cy="1187451"/>
          </a:xfrm>
          <a:prstGeom prst="rect">
            <a:avLst/>
          </a:prstGeom>
          <a:solidFill>
            <a:srgbClr val="414455"/>
          </a:solidFill>
          <a:ln w="12700">
            <a:miter lim="400000"/>
          </a:ln>
        </p:spPr>
        <p:txBody>
          <a:bodyPr lIns="45719" rIns="45719" anchor="ctr"/>
          <a:lstStyle/>
          <a:p>
            <a:pPr algn="ctr">
              <a:defRPr>
                <a:solidFill>
                  <a:srgbClr val="FFFFFF"/>
                </a:solidFill>
              </a:defRPr>
            </a:pPr>
            <a:endParaRPr/>
          </a:p>
        </p:txBody>
      </p:sp>
      <p:sp>
        <p:nvSpPr>
          <p:cNvPr id="3" name="文本框 2"/>
          <p:cNvSpPr txBox="1"/>
          <p:nvPr/>
        </p:nvSpPr>
        <p:spPr>
          <a:xfrm>
            <a:off x="1352549" y="1663700"/>
            <a:ext cx="1605281" cy="601981"/>
          </a:xfrm>
          <a:prstGeom prst="rect">
            <a:avLst/>
          </a:prstGeom>
          <a:ln w="12700">
            <a:miter lim="400000"/>
          </a:ln>
          <a:extLst>
            <a:ext uri="{C572A759-6A51-4108-AA02-DFA0A04FC94B}"/>
          </a:extLst>
        </p:spPr>
        <p:txBody>
          <a:bodyPr wrap="none" lIns="34290" tIns="34290" rIns="34290" bIns="34290">
            <a:spAutoFit/>
          </a:bodyPr>
          <a:lstStyle>
            <a:lvl1pPr>
              <a:defRPr sz="3000" b="1">
                <a:solidFill>
                  <a:srgbClr val="FFFFFF"/>
                </a:solidFill>
                <a:latin typeface="微软雅黑"/>
                <a:ea typeface="微软雅黑"/>
                <a:cs typeface="微软雅黑"/>
                <a:sym typeface="微软雅黑"/>
              </a:defRPr>
            </a:lvl1pPr>
          </a:lstStyle>
          <a:p>
            <a:r>
              <a:t>第三部分</a:t>
            </a:r>
          </a:p>
        </p:txBody>
      </p:sp>
      <p:sp>
        <p:nvSpPr>
          <p:cNvPr id="4" name="文本框 8"/>
          <p:cNvSpPr txBox="1"/>
          <p:nvPr/>
        </p:nvSpPr>
        <p:spPr>
          <a:xfrm>
            <a:off x="3952558" y="1538287"/>
            <a:ext cx="4210050" cy="684803"/>
          </a:xfrm>
          <a:prstGeom prst="rect">
            <a:avLst/>
          </a:prstGeom>
          <a:noFill/>
          <a:ln w="12700" cap="flat">
            <a:noFill/>
            <a:miter lim="400000"/>
          </a:ln>
          <a:effectLst/>
          <a:extLst>
            <a:ext uri="{C572A759-6A51-4108-AA02-DFA0A04FC94B}"/>
          </a:extLst>
        </p:spPr>
        <p:txBody>
          <a:bodyPr wrap="square" lIns="34290" tIns="34290" rIns="34290" bIns="34290" numCol="1" anchor="t">
            <a:spAutoFit/>
          </a:bodyPr>
          <a:lstStyle>
            <a:lvl1pPr>
              <a:defRPr sz="2400" b="1">
                <a:solidFill>
                  <a:srgbClr val="404040"/>
                </a:solidFill>
                <a:latin typeface="微软雅黑"/>
                <a:ea typeface="微软雅黑"/>
                <a:cs typeface="微软雅黑"/>
                <a:sym typeface="微软雅黑"/>
              </a:defRPr>
            </a:lvl1pPr>
          </a:lstStyle>
          <a:p>
            <a:pPr>
              <a:buClrTx/>
              <a:buSzTx/>
              <a:buFontTx/>
              <a:buNone/>
            </a:pPr>
            <a:r>
              <a:rPr lang="zh-CN" altLang="en-US" sz="4000" dirty="0"/>
              <a:t>解决方案</a:t>
            </a:r>
            <a:endParaRPr dirty="0"/>
          </a:p>
        </p:txBody>
      </p:sp>
      <p:sp>
        <p:nvSpPr>
          <p:cNvPr id="5" name="矩形 9"/>
          <p:cNvSpPr/>
          <p:nvPr/>
        </p:nvSpPr>
        <p:spPr>
          <a:xfrm>
            <a:off x="3825875" y="2932113"/>
            <a:ext cx="5319713" cy="200026"/>
          </a:xfrm>
          <a:prstGeom prst="rect">
            <a:avLst/>
          </a:prstGeom>
          <a:solidFill>
            <a:srgbClr val="414455"/>
          </a:solidFill>
          <a:ln w="12700">
            <a:miter lim="400000"/>
          </a:ln>
        </p:spPr>
        <p:txBody>
          <a:bodyPr lIns="45719" rIns="45719" anchor="ctr"/>
          <a:lstStyle/>
          <a:p>
            <a:pPr algn="ctr">
              <a:defRPr>
                <a:solidFill>
                  <a:srgbClr val="FFFFFF"/>
                </a:solidFill>
              </a:defRPr>
            </a:pPr>
            <a:endParaRPr/>
          </a:p>
        </p:txBody>
      </p:sp>
      <p:sp>
        <p:nvSpPr>
          <p:cNvPr id="6" name="矩形 10"/>
          <p:cNvSpPr/>
          <p:nvPr/>
        </p:nvSpPr>
        <p:spPr>
          <a:xfrm>
            <a:off x="3301999" y="1350962"/>
            <a:ext cx="306390" cy="1187451"/>
          </a:xfrm>
          <a:prstGeom prst="rect">
            <a:avLst/>
          </a:prstGeom>
          <a:solidFill>
            <a:srgbClr val="414455"/>
          </a:solidFill>
          <a:ln w="12700">
            <a:miter lim="400000"/>
          </a:ln>
        </p:spPr>
        <p:txBody>
          <a:bodyPr lIns="45719" rIns="45719" anchor="ctr"/>
          <a:lstStyle/>
          <a:p>
            <a:pPr algn="ctr">
              <a:defRPr>
                <a:solidFill>
                  <a:srgbClr val="FFFFFF"/>
                </a:solidFill>
              </a:defRPr>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Tn>
                        </p:par>
                        <p:par>
                          <p:cTn id="5" fill="hold">
                            <p:stCondLst>
                              <p:cond delay="0"/>
                            </p:stCondLst>
                            <p:childTnLst>
                              <p:par>
                                <p:cTn id="6" presetID="22" presetClass="entr" presetSubtype="8" fill="hold" nodeType="afterEffect">
                                  <p:stCondLst>
                                    <p:cond delay="0"/>
                                  </p:stCondLst>
                                  <p:iterate>
                                    <p:tmAbs val="0"/>
                                  </p:iterate>
                                  <p:childTnLst>
                                    <p:set>
                                      <p:cBhvr>
                                        <p:cTn id="7" fill="hold"/>
                                        <p:tgtEl>
                                          <p:spTgt spid="2"/>
                                        </p:tgtEl>
                                        <p:attrNameLst>
                                          <p:attrName>style.visibility</p:attrName>
                                        </p:attrNameLst>
                                      </p:cBhvr>
                                      <p:to>
                                        <p:strVal val="visible"/>
                                      </p:to>
                                    </p:set>
                                    <p:animEffect transition="in" filter="wipe(left)">
                                      <p:cBhvr>
                                        <p:cTn id="8" dur="500"/>
                                        <p:tgtEl>
                                          <p:spTgt spid="2"/>
                                        </p:tgtEl>
                                      </p:cBhvr>
                                    </p:animEffect>
                                  </p:childTnLst>
                                </p:cTn>
                              </p:par>
                            </p:childTnLst>
                          </p:cTn>
                        </p:par>
                        <p:par>
                          <p:cTn id="9" fill="hold">
                            <p:stCondLst>
                              <p:cond delay="0"/>
                            </p:stCondLst>
                            <p:childTnLst>
                              <p:par>
                                <p:cTn id="10" presetID="2" presetClass="entr" presetSubtype="1" fill="hold" nodeType="afterEffect">
                                  <p:stCondLst>
                                    <p:cond delay="300"/>
                                  </p:stCondLst>
                                  <p:iterate>
                                    <p:tmAbs val="0"/>
                                  </p:iterate>
                                  <p:childTnLst>
                                    <p:set>
                                      <p:cBhvr>
                                        <p:cTn id="11" fill="hold"/>
                                        <p:tgtEl>
                                          <p:spTgt spid="6"/>
                                        </p:tgtEl>
                                        <p:attrNameLst>
                                          <p:attrName>style.visibility</p:attrName>
                                        </p:attrNameLst>
                                      </p:cBhvr>
                                      <p:to>
                                        <p:strVal val="visible"/>
                                      </p:to>
                                    </p:set>
                                    <p:anim calcmode="lin" valueType="num">
                                      <p:cBhvr>
                                        <p:cTn id="12" dur="400" fill="hold"/>
                                        <p:tgtEl>
                                          <p:spTgt spid="6"/>
                                        </p:tgtEl>
                                        <p:attrNameLst>
                                          <p:attrName>ppt_x</p:attrName>
                                        </p:attrNameLst>
                                      </p:cBhvr>
                                      <p:tavLst>
                                        <p:tav tm="0">
                                          <p:val>
                                            <p:strVal val="#ppt_x"/>
                                          </p:val>
                                        </p:tav>
                                        <p:tav tm="100000">
                                          <p:val>
                                            <p:strVal val="#ppt_x"/>
                                          </p:val>
                                        </p:tav>
                                      </p:tavLst>
                                    </p:anim>
                                    <p:anim calcmode="lin" valueType="num">
                                      <p:cBhvr>
                                        <p:cTn id="13" dur="400" fill="hold"/>
                                        <p:tgtEl>
                                          <p:spTgt spid="6"/>
                                        </p:tgtEl>
                                        <p:attrNameLst>
                                          <p:attrName>ppt_y</p:attrName>
                                        </p:attrNameLst>
                                      </p:cBhvr>
                                      <p:tavLst>
                                        <p:tav tm="0">
                                          <p:val>
                                            <p:strVal val="0-#ppt_h/2"/>
                                          </p:val>
                                        </p:tav>
                                        <p:tav tm="100000">
                                          <p:val>
                                            <p:strVal val="#ppt_y"/>
                                          </p:val>
                                        </p:tav>
                                      </p:tavLst>
                                    </p:anim>
                                  </p:childTnLst>
                                </p:cTn>
                              </p:par>
                            </p:childTnLst>
                          </p:cTn>
                        </p:par>
                        <p:par>
                          <p:cTn id="14" fill="hold">
                            <p:stCondLst>
                              <p:cond delay="0"/>
                            </p:stCondLst>
                            <p:childTnLst>
                              <p:par>
                                <p:cTn id="15" presetID="22" presetClass="entr" presetSubtype="8" fill="hold" nodeType="afterEffect">
                                  <p:stCondLst>
                                    <p:cond delay="0"/>
                                  </p:stCondLst>
                                  <p:iterate>
                                    <p:tmAbs val="0"/>
                                  </p:iterate>
                                  <p:childTnLst>
                                    <p:set>
                                      <p:cBhvr>
                                        <p:cTn id="16" fill="hold"/>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childTnLst>
              </p:cTn>
              <p:prevCondLst>
                <p:cond evt="onPrev" delay="0"/>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1"/>
          <p:cNvSpPr/>
          <p:nvPr/>
        </p:nvSpPr>
        <p:spPr>
          <a:xfrm>
            <a:off x="288794" y="1722905"/>
            <a:ext cx="2731592" cy="2539768"/>
          </a:xfrm>
          <a:prstGeom prst="rect">
            <a:avLst/>
          </a:prstGeom>
          <a:solidFill>
            <a:srgbClr val="F9F9F9"/>
          </a:solidFill>
          <a:ln w="12700">
            <a:miter lim="400000"/>
          </a:ln>
        </p:spPr>
        <p:txBody>
          <a:bodyPr lIns="45719" rIns="45719" anchor="ctr"/>
          <a:lstStyle/>
          <a:p>
            <a:pPr algn="ctr">
              <a:defRPr>
                <a:solidFill>
                  <a:srgbClr val="FFFFFF"/>
                </a:solidFill>
              </a:defRPr>
            </a:pPr>
            <a:endParaRPr/>
          </a:p>
        </p:txBody>
      </p:sp>
      <p:grpSp>
        <p:nvGrpSpPr>
          <p:cNvPr id="9" name="组合 22"/>
          <p:cNvGrpSpPr/>
          <p:nvPr/>
        </p:nvGrpSpPr>
        <p:grpSpPr>
          <a:xfrm>
            <a:off x="182155" y="1064091"/>
            <a:ext cx="2817113" cy="658814"/>
            <a:chOff x="0" y="-1"/>
            <a:chExt cx="2614612" cy="658814"/>
          </a:xfrm>
        </p:grpSpPr>
        <p:sp>
          <p:nvSpPr>
            <p:cNvPr id="10" name="矩形 23"/>
            <p:cNvSpPr/>
            <p:nvPr/>
          </p:nvSpPr>
          <p:spPr>
            <a:xfrm>
              <a:off x="79375" y="-1"/>
              <a:ext cx="2535237" cy="658814"/>
            </a:xfrm>
            <a:prstGeom prst="rect">
              <a:avLst/>
            </a:prstGeom>
            <a:solidFill>
              <a:srgbClr val="414455"/>
            </a:solidFill>
            <a:ln w="12700" cap="flat">
              <a:noFill/>
              <a:miter lim="400000"/>
            </a:ln>
            <a:effectLst/>
          </p:spPr>
          <p:txBody>
            <a:bodyPr wrap="square" lIns="45719" tIns="45719" rIns="45719" bIns="45719" numCol="1" anchor="ctr">
              <a:noAutofit/>
            </a:bodyPr>
            <a:lstStyle/>
            <a:p>
              <a:pPr algn="ctr">
                <a:buClrTx/>
                <a:buSzTx/>
                <a:buFontTx/>
                <a:buNone/>
                <a:defRPr sz="1800" b="0" i="0" u="none" strike="noStrike" spc="0" baseline="0">
                  <a:ln>
                    <a:noFill/>
                  </a:ln>
                  <a:solidFill>
                    <a:srgbClr val="FFFFFF">
                      <a:alpha val="100000"/>
                    </a:srgbClr>
                  </a:solidFill>
                  <a:effectLst/>
                  <a:latin typeface="Calibri"/>
                  <a:ea typeface="Calibri"/>
                  <a:cs typeface="+mn-cs"/>
                  <a:sym typeface="Calibri"/>
                </a:defRPr>
              </a:pPr>
              <a:r>
                <a:rPr lang="en-US"/>
                <a:t>1.</a:t>
              </a:r>
              <a:r>
                <a:t>数据</a:t>
              </a:r>
              <a:r>
                <a:rPr lang="zh-CN"/>
                <a:t>预处理</a:t>
              </a:r>
              <a:endParaRPr/>
            </a:p>
          </p:txBody>
        </p:sp>
        <p:grpSp>
          <p:nvGrpSpPr>
            <p:cNvPr id="11" name="组合 24"/>
            <p:cNvGrpSpPr/>
            <p:nvPr/>
          </p:nvGrpSpPr>
          <p:grpSpPr>
            <a:xfrm>
              <a:off x="0" y="108071"/>
              <a:ext cx="767125" cy="417121"/>
              <a:chOff x="0" y="0"/>
              <a:chExt cx="767124" cy="417120"/>
            </a:xfrm>
          </p:grpSpPr>
          <p:sp>
            <p:nvSpPr>
              <p:cNvPr id="12" name="任意多边形 26"/>
              <p:cNvSpPr/>
              <p:nvPr/>
            </p:nvSpPr>
            <p:spPr>
              <a:xfrm rot="10800000" flipH="1">
                <a:off x="0" y="34292"/>
                <a:ext cx="767125" cy="382829"/>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0"/>
                    </a:lnTo>
                    <a:lnTo>
                      <a:pt x="21600" y="506"/>
                    </a:lnTo>
                    <a:lnTo>
                      <a:pt x="16112" y="21600"/>
                    </a:lnTo>
                    <a:lnTo>
                      <a:pt x="0" y="21600"/>
                    </a:lnTo>
                    <a:close/>
                  </a:path>
                </a:pathLst>
              </a:custGeom>
              <a:solidFill>
                <a:srgbClr val="00B0F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3" name="直角三角形 27"/>
              <p:cNvSpPr/>
              <p:nvPr/>
            </p:nvSpPr>
            <p:spPr>
              <a:xfrm flipH="1">
                <a:off x="0" y="-1"/>
                <a:ext cx="90612" cy="34294"/>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0" y="0"/>
                    </a:lnTo>
                    <a:close/>
                  </a:path>
                </a:pathLst>
              </a:custGeom>
              <a:solidFill>
                <a:srgbClr val="00B0F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grpSp>
      <p:grpSp>
        <p:nvGrpSpPr>
          <p:cNvPr id="14" name="组合 40"/>
          <p:cNvGrpSpPr/>
          <p:nvPr/>
        </p:nvGrpSpPr>
        <p:grpSpPr>
          <a:xfrm>
            <a:off x="288305" y="4263190"/>
            <a:ext cx="2732048" cy="550447"/>
            <a:chOff x="-1" y="0"/>
            <a:chExt cx="2535657" cy="550444"/>
          </a:xfrm>
        </p:grpSpPr>
        <p:sp>
          <p:nvSpPr>
            <p:cNvPr id="15" name="矩形 41"/>
            <p:cNvSpPr/>
            <p:nvPr/>
          </p:nvSpPr>
          <p:spPr>
            <a:xfrm>
              <a:off x="-1" y="0"/>
              <a:ext cx="2535658" cy="550445"/>
            </a:xfrm>
            <a:prstGeom prst="rect">
              <a:avLst/>
            </a:prstGeom>
            <a:solidFill>
              <a:srgbClr val="41445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6" name="文本框 70"/>
            <p:cNvSpPr txBox="1"/>
            <p:nvPr/>
          </p:nvSpPr>
          <p:spPr>
            <a:xfrm>
              <a:off x="647887" y="104084"/>
              <a:ext cx="1175162" cy="368298"/>
            </a:xfrm>
            <a:prstGeom prst="rect">
              <a:avLst/>
            </a:prstGeom>
            <a:solidFill>
              <a:srgbClr val="414455"/>
            </a:solidFill>
            <a:ln w="12700" cap="flat">
              <a:noFill/>
              <a:miter lim="400000"/>
            </a:ln>
            <a:effectLst/>
            <a:extLst>
              <a:ext uri="{C572A759-6A51-4108-AA02-DFA0A04FC94B}"/>
            </a:extLst>
          </p:spPr>
          <p:txBody>
            <a:bodyPr wrap="square" lIns="45719" tIns="45719" rIns="45719" bIns="45719" numCol="1" anchor="t">
              <a:spAutoFit/>
            </a:bodyPr>
            <a:lstStyle>
              <a:lvl1pPr>
                <a:defRPr>
                  <a:solidFill>
                    <a:srgbClr val="FFFFFF"/>
                  </a:solidFill>
                  <a:latin typeface="微软雅黑"/>
                  <a:ea typeface="微软雅黑"/>
                  <a:cs typeface="微软雅黑"/>
                  <a:sym typeface="微软雅黑"/>
                </a:defRPr>
              </a:lvl1pPr>
            </a:lstStyle>
            <a:p>
              <a:pPr>
                <a:buClrTx/>
                <a:buSzTx/>
                <a:buFontTx/>
                <a:buNone/>
              </a:pPr>
              <a:endParaRPr/>
            </a:p>
          </p:txBody>
        </p:sp>
      </p:grpSp>
      <p:sp>
        <p:nvSpPr>
          <p:cNvPr id="17" name="矩形 1"/>
          <p:cNvSpPr/>
          <p:nvPr/>
        </p:nvSpPr>
        <p:spPr>
          <a:xfrm>
            <a:off x="3369067" y="1722905"/>
            <a:ext cx="2731592" cy="2539768"/>
          </a:xfrm>
          <a:prstGeom prst="rect">
            <a:avLst/>
          </a:prstGeom>
          <a:solidFill>
            <a:srgbClr val="F9F9F9"/>
          </a:solidFill>
          <a:ln w="12700">
            <a:miter lim="400000"/>
          </a:ln>
        </p:spPr>
        <p:txBody>
          <a:bodyPr lIns="45719" rIns="45719" anchor="ctr"/>
          <a:lstStyle/>
          <a:p>
            <a:pPr algn="ctr">
              <a:defRPr>
                <a:solidFill>
                  <a:srgbClr val="FFFFFF"/>
                </a:solidFill>
              </a:defRPr>
            </a:pPr>
            <a:endParaRPr/>
          </a:p>
        </p:txBody>
      </p:sp>
      <p:grpSp>
        <p:nvGrpSpPr>
          <p:cNvPr id="18" name="组合 22"/>
          <p:cNvGrpSpPr/>
          <p:nvPr/>
        </p:nvGrpSpPr>
        <p:grpSpPr>
          <a:xfrm>
            <a:off x="3262428" y="1064091"/>
            <a:ext cx="2817113" cy="658814"/>
            <a:chOff x="0" y="-1"/>
            <a:chExt cx="2614612" cy="658814"/>
          </a:xfrm>
        </p:grpSpPr>
        <p:sp>
          <p:nvSpPr>
            <p:cNvPr id="19" name="矩形 23"/>
            <p:cNvSpPr/>
            <p:nvPr/>
          </p:nvSpPr>
          <p:spPr>
            <a:xfrm>
              <a:off x="79375" y="-1"/>
              <a:ext cx="2535237" cy="658814"/>
            </a:xfrm>
            <a:prstGeom prst="rect">
              <a:avLst/>
            </a:prstGeom>
            <a:solidFill>
              <a:srgbClr val="414455"/>
            </a:solidFill>
            <a:ln w="12700" cap="flat">
              <a:noFill/>
              <a:miter lim="400000"/>
            </a:ln>
            <a:effectLst/>
          </p:spPr>
          <p:txBody>
            <a:bodyPr wrap="square" lIns="45719" tIns="45719" rIns="45719" bIns="45719" numCol="1" anchor="ctr">
              <a:noAutofit/>
            </a:bodyPr>
            <a:lstStyle/>
            <a:p>
              <a:pPr algn="ctr">
                <a:buClrTx/>
                <a:buSzTx/>
                <a:buFontTx/>
                <a:buNone/>
                <a:defRPr sz="1800" b="0" i="0" u="none" strike="noStrike" spc="0" baseline="0">
                  <a:ln>
                    <a:noFill/>
                  </a:ln>
                  <a:solidFill>
                    <a:srgbClr val="FFFFFF">
                      <a:alpha val="100000"/>
                    </a:srgbClr>
                  </a:solidFill>
                  <a:effectLst/>
                  <a:latin typeface="Calibri"/>
                  <a:ea typeface="Calibri"/>
                  <a:cs typeface="+mn-cs"/>
                  <a:sym typeface="Calibri"/>
                </a:defRPr>
              </a:pPr>
              <a:r>
                <a:t>2.</a:t>
              </a:r>
              <a:r>
                <a:rPr lang="zh-CN"/>
                <a:t>建立数据集</a:t>
              </a:r>
              <a:endParaRPr/>
            </a:p>
          </p:txBody>
        </p:sp>
        <p:grpSp>
          <p:nvGrpSpPr>
            <p:cNvPr id="20" name="组合 24"/>
            <p:cNvGrpSpPr/>
            <p:nvPr/>
          </p:nvGrpSpPr>
          <p:grpSpPr>
            <a:xfrm>
              <a:off x="0" y="108071"/>
              <a:ext cx="767125" cy="417121"/>
              <a:chOff x="0" y="0"/>
              <a:chExt cx="767124" cy="417120"/>
            </a:xfrm>
          </p:grpSpPr>
          <p:sp>
            <p:nvSpPr>
              <p:cNvPr id="21" name="任意多边形 26"/>
              <p:cNvSpPr/>
              <p:nvPr/>
            </p:nvSpPr>
            <p:spPr>
              <a:xfrm rot="10800000" flipH="1">
                <a:off x="0" y="34292"/>
                <a:ext cx="767125" cy="382829"/>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0"/>
                    </a:lnTo>
                    <a:lnTo>
                      <a:pt x="21600" y="506"/>
                    </a:lnTo>
                    <a:lnTo>
                      <a:pt x="16112" y="21600"/>
                    </a:lnTo>
                    <a:lnTo>
                      <a:pt x="0" y="21600"/>
                    </a:lnTo>
                    <a:close/>
                  </a:path>
                </a:pathLst>
              </a:custGeom>
              <a:solidFill>
                <a:srgbClr val="00B0F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22" name="直角三角形 27"/>
              <p:cNvSpPr/>
              <p:nvPr/>
            </p:nvSpPr>
            <p:spPr>
              <a:xfrm flipH="1">
                <a:off x="0" y="-1"/>
                <a:ext cx="90612" cy="34294"/>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0" y="0"/>
                    </a:lnTo>
                    <a:close/>
                  </a:path>
                </a:pathLst>
              </a:custGeom>
              <a:solidFill>
                <a:srgbClr val="00B0F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grpSp>
      <p:grpSp>
        <p:nvGrpSpPr>
          <p:cNvPr id="23" name="组合 40"/>
          <p:cNvGrpSpPr/>
          <p:nvPr/>
        </p:nvGrpSpPr>
        <p:grpSpPr>
          <a:xfrm>
            <a:off x="3368578" y="4263190"/>
            <a:ext cx="2732048" cy="550447"/>
            <a:chOff x="-1" y="0"/>
            <a:chExt cx="2535658" cy="550445"/>
          </a:xfrm>
        </p:grpSpPr>
        <p:sp>
          <p:nvSpPr>
            <p:cNvPr id="24" name="矩形 41"/>
            <p:cNvSpPr/>
            <p:nvPr/>
          </p:nvSpPr>
          <p:spPr>
            <a:xfrm>
              <a:off x="-1" y="0"/>
              <a:ext cx="2535658" cy="550445"/>
            </a:xfrm>
            <a:prstGeom prst="rect">
              <a:avLst/>
            </a:prstGeom>
            <a:solidFill>
              <a:srgbClr val="41445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25" name="文本框 70"/>
            <p:cNvSpPr txBox="1"/>
            <p:nvPr/>
          </p:nvSpPr>
          <p:spPr>
            <a:xfrm>
              <a:off x="647887" y="104084"/>
              <a:ext cx="1175162" cy="368298"/>
            </a:xfrm>
            <a:prstGeom prst="rect">
              <a:avLst/>
            </a:prstGeom>
            <a:solidFill>
              <a:srgbClr val="414455"/>
            </a:solidFill>
            <a:ln w="12700" cap="flat">
              <a:noFill/>
              <a:miter lim="400000"/>
            </a:ln>
            <a:effectLst/>
            <a:extLst>
              <a:ext uri="{C572A759-6A51-4108-AA02-DFA0A04FC94B}"/>
            </a:extLst>
          </p:spPr>
          <p:txBody>
            <a:bodyPr wrap="square" lIns="45719" tIns="45719" rIns="45719" bIns="45719" numCol="1" anchor="t">
              <a:spAutoFit/>
            </a:bodyPr>
            <a:lstStyle>
              <a:lvl1pPr>
                <a:defRPr>
                  <a:solidFill>
                    <a:srgbClr val="FFFFFF"/>
                  </a:solidFill>
                  <a:latin typeface="微软雅黑"/>
                  <a:ea typeface="微软雅黑"/>
                  <a:cs typeface="微软雅黑"/>
                  <a:sym typeface="微软雅黑"/>
                </a:defRPr>
              </a:lvl1pPr>
            </a:lstStyle>
            <a:p>
              <a:pPr>
                <a:buClrTx/>
                <a:buSzTx/>
                <a:buFontTx/>
                <a:buNone/>
              </a:pPr>
              <a:endParaRPr/>
            </a:p>
          </p:txBody>
        </p:sp>
      </p:grpSp>
      <p:sp>
        <p:nvSpPr>
          <p:cNvPr id="26" name="矩形 1"/>
          <p:cNvSpPr/>
          <p:nvPr/>
        </p:nvSpPr>
        <p:spPr>
          <a:xfrm>
            <a:off x="6242362" y="1693369"/>
            <a:ext cx="2731592" cy="2539768"/>
          </a:xfrm>
          <a:prstGeom prst="rect">
            <a:avLst/>
          </a:prstGeom>
          <a:solidFill>
            <a:srgbClr val="F9F9F9"/>
          </a:solidFill>
          <a:ln w="12700">
            <a:miter lim="400000"/>
          </a:ln>
        </p:spPr>
        <p:txBody>
          <a:bodyPr lIns="45719" rIns="45719" anchor="ctr"/>
          <a:lstStyle/>
          <a:p>
            <a:pPr algn="ctr">
              <a:defRPr>
                <a:solidFill>
                  <a:srgbClr val="FFFFFF"/>
                </a:solidFill>
              </a:defRPr>
            </a:pPr>
            <a:endParaRPr/>
          </a:p>
        </p:txBody>
      </p:sp>
      <p:grpSp>
        <p:nvGrpSpPr>
          <p:cNvPr id="27" name="组合 22"/>
          <p:cNvGrpSpPr/>
          <p:nvPr/>
        </p:nvGrpSpPr>
        <p:grpSpPr>
          <a:xfrm>
            <a:off x="6144732" y="1064091"/>
            <a:ext cx="2817113" cy="658814"/>
            <a:chOff x="0" y="-1"/>
            <a:chExt cx="2614612" cy="658814"/>
          </a:xfrm>
        </p:grpSpPr>
        <p:sp>
          <p:nvSpPr>
            <p:cNvPr id="28" name="矩形 23"/>
            <p:cNvSpPr/>
            <p:nvPr/>
          </p:nvSpPr>
          <p:spPr>
            <a:xfrm>
              <a:off x="79375" y="-1"/>
              <a:ext cx="2535237" cy="658814"/>
            </a:xfrm>
            <a:prstGeom prst="rect">
              <a:avLst/>
            </a:prstGeom>
            <a:solidFill>
              <a:srgbClr val="414455"/>
            </a:solidFill>
            <a:ln w="12700" cap="flat">
              <a:noFill/>
              <a:miter lim="400000"/>
            </a:ln>
            <a:effectLst/>
          </p:spPr>
          <p:txBody>
            <a:bodyPr wrap="square" lIns="45719" tIns="45719" rIns="45719" bIns="45719" numCol="1" anchor="ctr">
              <a:noAutofit/>
            </a:bodyPr>
            <a:lstStyle/>
            <a:p>
              <a:pPr algn="ctr">
                <a:buClrTx/>
                <a:buSzTx/>
                <a:buFontTx/>
                <a:buNone/>
                <a:defRPr sz="1800" b="0" i="0" u="none" strike="noStrike" spc="0" baseline="0">
                  <a:ln>
                    <a:noFill/>
                  </a:ln>
                  <a:solidFill>
                    <a:srgbClr val="FFFFFF">
                      <a:alpha val="100000"/>
                    </a:srgbClr>
                  </a:solidFill>
                  <a:effectLst/>
                  <a:latin typeface="Calibri"/>
                  <a:ea typeface="Calibri"/>
                  <a:cs typeface="+mn-cs"/>
                  <a:sym typeface="Calibri"/>
                </a:defRPr>
              </a:pPr>
              <a:r>
                <a:t>3.</a:t>
              </a:r>
              <a:r>
                <a:rPr lang="zh-CN"/>
                <a:t>建立模型</a:t>
              </a:r>
              <a:endParaRPr/>
            </a:p>
          </p:txBody>
        </p:sp>
        <p:grpSp>
          <p:nvGrpSpPr>
            <p:cNvPr id="29" name="组合 24"/>
            <p:cNvGrpSpPr/>
            <p:nvPr/>
          </p:nvGrpSpPr>
          <p:grpSpPr>
            <a:xfrm>
              <a:off x="0" y="108071"/>
              <a:ext cx="767125" cy="417121"/>
              <a:chOff x="0" y="0"/>
              <a:chExt cx="767124" cy="417120"/>
            </a:xfrm>
          </p:grpSpPr>
          <p:sp>
            <p:nvSpPr>
              <p:cNvPr id="30" name="任意多边形 26"/>
              <p:cNvSpPr/>
              <p:nvPr/>
            </p:nvSpPr>
            <p:spPr>
              <a:xfrm rot="10800000" flipH="1">
                <a:off x="0" y="34292"/>
                <a:ext cx="767125" cy="382829"/>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0"/>
                    </a:lnTo>
                    <a:lnTo>
                      <a:pt x="21600" y="506"/>
                    </a:lnTo>
                    <a:lnTo>
                      <a:pt x="16112" y="21600"/>
                    </a:lnTo>
                    <a:lnTo>
                      <a:pt x="0" y="21600"/>
                    </a:lnTo>
                    <a:close/>
                  </a:path>
                </a:pathLst>
              </a:custGeom>
              <a:solidFill>
                <a:srgbClr val="00B0F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1" name="直角三角形 27"/>
              <p:cNvSpPr/>
              <p:nvPr/>
            </p:nvSpPr>
            <p:spPr>
              <a:xfrm flipH="1">
                <a:off x="0" y="-1"/>
                <a:ext cx="90612" cy="34294"/>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0" y="0"/>
                    </a:lnTo>
                    <a:close/>
                  </a:path>
                </a:pathLst>
              </a:custGeom>
              <a:solidFill>
                <a:srgbClr val="00B0F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grpSp>
      <p:grpSp>
        <p:nvGrpSpPr>
          <p:cNvPr id="32" name="组合 40"/>
          <p:cNvGrpSpPr/>
          <p:nvPr/>
        </p:nvGrpSpPr>
        <p:grpSpPr>
          <a:xfrm>
            <a:off x="6250882" y="4263190"/>
            <a:ext cx="2732048" cy="550447"/>
            <a:chOff x="-1" y="0"/>
            <a:chExt cx="2535658" cy="550445"/>
          </a:xfrm>
        </p:grpSpPr>
        <p:sp>
          <p:nvSpPr>
            <p:cNvPr id="33" name="矩形 41"/>
            <p:cNvSpPr/>
            <p:nvPr/>
          </p:nvSpPr>
          <p:spPr>
            <a:xfrm>
              <a:off x="-1" y="0"/>
              <a:ext cx="2535658" cy="550445"/>
            </a:xfrm>
            <a:prstGeom prst="rect">
              <a:avLst/>
            </a:prstGeom>
            <a:solidFill>
              <a:srgbClr val="41445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4" name="文本框 70"/>
            <p:cNvSpPr txBox="1"/>
            <p:nvPr/>
          </p:nvSpPr>
          <p:spPr>
            <a:xfrm>
              <a:off x="647887" y="104084"/>
              <a:ext cx="1175162" cy="368298"/>
            </a:xfrm>
            <a:prstGeom prst="rect">
              <a:avLst/>
            </a:prstGeom>
            <a:solidFill>
              <a:srgbClr val="414455"/>
            </a:solidFill>
            <a:ln w="12700" cap="flat">
              <a:noFill/>
              <a:miter lim="400000"/>
            </a:ln>
            <a:effectLst/>
            <a:extLst>
              <a:ext uri="{C572A759-6A51-4108-AA02-DFA0A04FC94B}"/>
            </a:extLst>
          </p:spPr>
          <p:txBody>
            <a:bodyPr wrap="square" lIns="45719" tIns="45719" rIns="45719" bIns="45719" numCol="1" anchor="t">
              <a:spAutoFit/>
            </a:bodyPr>
            <a:lstStyle>
              <a:lvl1pPr>
                <a:defRPr>
                  <a:solidFill>
                    <a:srgbClr val="FFFFFF"/>
                  </a:solidFill>
                  <a:latin typeface="微软雅黑"/>
                  <a:ea typeface="微软雅黑"/>
                  <a:cs typeface="微软雅黑"/>
                  <a:sym typeface="微软雅黑"/>
                </a:defRPr>
              </a:lvl1pPr>
            </a:lstStyle>
            <a:p>
              <a:pPr>
                <a:buClrTx/>
                <a:buSzTx/>
                <a:buFontTx/>
                <a:buNone/>
              </a:pPr>
              <a:endParaRPr/>
            </a:p>
          </p:txBody>
        </p:sp>
      </p:grpSp>
      <p:sp>
        <p:nvSpPr>
          <p:cNvPr id="35" name="文本框 34"/>
          <p:cNvSpPr txBox="1"/>
          <p:nvPr/>
        </p:nvSpPr>
        <p:spPr>
          <a:xfrm>
            <a:off x="404919" y="1931625"/>
            <a:ext cx="2615435" cy="12070080"/>
          </a:xfrm>
        </p:spPr>
        <p:txBody>
          <a:bodyPr>
            <a:spAutoFit/>
          </a:bodyPr>
          <a:lstStyle/>
          <a:p>
            <a:pPr>
              <a:defRPr sz="1800" b="0" i="0" u="none" strike="noStrike" spc="0" baseline="0">
                <a:ln>
                  <a:noFill/>
                </a:ln>
                <a:solidFill>
                  <a:srgbClr val="000000">
                    <a:alpha val="100000"/>
                  </a:srgbClr>
                </a:solidFill>
                <a:effectLst/>
                <a:latin typeface="Calibri"/>
                <a:ea typeface="Calibri"/>
                <a:cs typeface="+mn-cs"/>
                <a:sym typeface="Calibri"/>
              </a:defRPr>
            </a:pPr>
            <a:r>
              <a:rPr lang="zh-CN" altLang="en-US" dirty="0">
                <a:solidFill>
                  <a:srgbClr val="000000">
                    <a:alpha val="100000"/>
                  </a:srgbClr>
                </a:solidFill>
                <a:latin typeface="宋体"/>
                <a:ea typeface="宋体"/>
              </a:rPr>
              <a:t>相关卫星检测信号的获取以及对海温数据进行预处理。同时将处理后的数据存储在数据库中，以便后续查询和分析，使用数据库来管理遥感参数的关联性分析结果。</a:t>
            </a:r>
          </a:p>
          <a:p>
            <a:pPr>
              <a:defRPr sz="1800" b="0" i="0" u="none" strike="noStrike" spc="0" baseline="0">
                <a:ln>
                  <a:noFill/>
                </a:ln>
                <a:solidFill>
                  <a:srgbClr val="000000">
                    <a:alpha val="100000"/>
                  </a:srgbClr>
                </a:solidFill>
                <a:effectLst/>
                <a:latin typeface="Calibri"/>
                <a:ea typeface="Calibri"/>
                <a:cs typeface="+mn-cs"/>
                <a:sym typeface="Calibri"/>
              </a:defRPr>
            </a:pPr>
            <a:endParaRPr lang="zh-CN" altLang="en-US" dirty="0"/>
          </a:p>
        </p:txBody>
      </p:sp>
      <p:sp>
        <p:nvSpPr>
          <p:cNvPr id="36" name="文本框 35"/>
          <p:cNvSpPr txBox="1"/>
          <p:nvPr/>
        </p:nvSpPr>
        <p:spPr>
          <a:xfrm>
            <a:off x="3755637" y="2035436"/>
            <a:ext cx="2203450" cy="10424160"/>
          </a:xfrm>
        </p:spPr>
        <p:txBody>
          <a:bodyPr>
            <a:spAutoFit/>
          </a:bodyPr>
          <a:lstStyle/>
          <a:p>
            <a:r>
              <a:rPr lang="zh-CN" altLang="en-US" dirty="0">
                <a:solidFill>
                  <a:srgbClr val="000000">
                    <a:alpha val="100000"/>
                  </a:srgbClr>
                </a:solidFill>
                <a:latin typeface="宋体"/>
                <a:ea typeface="宋体"/>
              </a:rPr>
              <a:t>基于已经处理完成的数据构建海温与遥感参数的对应数据库，并将其结构化存入数据库中，便于不同实验中的调用。</a:t>
            </a:r>
          </a:p>
        </p:txBody>
      </p:sp>
      <p:sp>
        <p:nvSpPr>
          <p:cNvPr id="37" name="文本框 36"/>
          <p:cNvSpPr txBox="1"/>
          <p:nvPr/>
        </p:nvSpPr>
        <p:spPr>
          <a:xfrm>
            <a:off x="6345657" y="1968140"/>
            <a:ext cx="2590800" cy="10424160"/>
          </a:xfrm>
        </p:spPr>
        <p:txBody>
          <a:bodyPr>
            <a:spAutoFit/>
          </a:bodyPr>
          <a:lstStyle/>
          <a:p>
            <a:r>
              <a:rPr lang="zh-CN" altLang="en-US" dirty="0">
                <a:solidFill>
                  <a:srgbClr val="000000">
                    <a:alpha val="100000"/>
                  </a:srgbClr>
                </a:solidFill>
                <a:latin typeface="宋体"/>
                <a:ea typeface="宋体"/>
              </a:rPr>
              <a:t>采用基于</a:t>
            </a:r>
            <a:r>
              <a:rPr lang="en-US" altLang="zh-CN" dirty="0">
                <a:solidFill>
                  <a:srgbClr val="000000">
                    <a:alpha val="100000"/>
                  </a:srgbClr>
                </a:solidFill>
                <a:latin typeface="宋体"/>
                <a:ea typeface="宋体"/>
              </a:rPr>
              <a:t>Diffusion Model</a:t>
            </a:r>
            <a:r>
              <a:rPr lang="zh-CN" altLang="en-US" dirty="0">
                <a:solidFill>
                  <a:srgbClr val="000000">
                    <a:alpha val="100000"/>
                  </a:srgbClr>
                </a:solidFill>
                <a:latin typeface="宋体"/>
                <a:ea typeface="宋体"/>
              </a:rPr>
              <a:t>（扩散模型）、</a:t>
            </a:r>
            <a:r>
              <a:rPr lang="en-US" altLang="zh-CN" dirty="0">
                <a:solidFill>
                  <a:srgbClr val="000000">
                    <a:alpha val="100000"/>
                  </a:srgbClr>
                </a:solidFill>
                <a:latin typeface="宋体"/>
                <a:ea typeface="宋体"/>
              </a:rPr>
              <a:t>Transformer</a:t>
            </a:r>
            <a:r>
              <a:rPr lang="zh-CN" altLang="en-US" dirty="0">
                <a:solidFill>
                  <a:srgbClr val="000000">
                    <a:alpha val="100000"/>
                  </a:srgbClr>
                </a:solidFill>
                <a:latin typeface="宋体"/>
                <a:ea typeface="宋体"/>
              </a:rPr>
              <a:t>模型及其变体的海温反演模型。模型参数和配置存储在数据库中，以便在后续训练和验证过程中追踪不同配置的效果。</a:t>
            </a:r>
          </a:p>
          <a:p>
            <a:pPr>
              <a:buClrTx/>
              <a:buSzTx/>
              <a:buFontTx/>
              <a:buNone/>
            </a:pPr>
            <a:endParaRPr lang="zh-CN" altLang="en-US" dirty="0">
              <a:solidFill>
                <a:srgbClr val="000000">
                  <a:alpha val="100000"/>
                </a:srgbClr>
              </a:solidFill>
              <a:latin typeface="宋体"/>
              <a:ea typeface="宋体"/>
            </a:endParaRPr>
          </a:p>
        </p:txBody>
      </p:sp>
      <p:sp>
        <p:nvSpPr>
          <p:cNvPr id="2" name="矩形 32">
            <a:extLst>
              <a:ext uri="{FF2B5EF4-FFF2-40B4-BE49-F238E27FC236}">
                <a16:creationId xmlns:a16="http://schemas.microsoft.com/office/drawing/2014/main" id="{3EC30653-D2B1-F062-D4E2-EFB9F8B9E812}"/>
              </a:ext>
            </a:extLst>
          </p:cNvPr>
          <p:cNvSpPr txBox="1"/>
          <p:nvPr/>
        </p:nvSpPr>
        <p:spPr>
          <a:xfrm>
            <a:off x="6477000" y="176212"/>
            <a:ext cx="810476" cy="3077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1400">
                <a:solidFill>
                  <a:srgbClr val="FFFFFF"/>
                </a:solidFill>
                <a:latin typeface="微软雅黑"/>
                <a:ea typeface="微软雅黑"/>
                <a:cs typeface="微软雅黑"/>
                <a:sym typeface="微软雅黑"/>
              </a:defRPr>
            </a:lvl1pPr>
          </a:lstStyle>
          <a:p>
            <a:r>
              <a:rPr lang="zh-CN" altLang="en-US" dirty="0"/>
              <a:t>解决方案</a:t>
            </a:r>
            <a:endParaRPr dirty="0"/>
          </a:p>
        </p:txBody>
      </p:sp>
      <p:sp>
        <p:nvSpPr>
          <p:cNvPr id="3" name="矩形 33">
            <a:extLst>
              <a:ext uri="{FF2B5EF4-FFF2-40B4-BE49-F238E27FC236}">
                <a16:creationId xmlns:a16="http://schemas.microsoft.com/office/drawing/2014/main" id="{941F3800-81D2-6118-6BB7-A4589AE5EAB7}"/>
              </a:ext>
            </a:extLst>
          </p:cNvPr>
          <p:cNvSpPr/>
          <p:nvPr/>
        </p:nvSpPr>
        <p:spPr>
          <a:xfrm>
            <a:off x="8564563" y="258763"/>
            <a:ext cx="184151" cy="138113"/>
          </a:xfrm>
          <a:prstGeom prst="rect">
            <a:avLst/>
          </a:prstGeom>
          <a:solidFill>
            <a:srgbClr val="FFFFFF">
              <a:alpha val="80000"/>
            </a:srgbClr>
          </a:solidFill>
          <a:ln w="12700">
            <a:miter lim="400000"/>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4" name="矩形 34">
            <a:extLst>
              <a:ext uri="{FF2B5EF4-FFF2-40B4-BE49-F238E27FC236}">
                <a16:creationId xmlns:a16="http://schemas.microsoft.com/office/drawing/2014/main" id="{02EC82B7-3BEE-7C5D-F1D6-CE9D8D06D760}"/>
              </a:ext>
            </a:extLst>
          </p:cNvPr>
          <p:cNvSpPr/>
          <p:nvPr/>
        </p:nvSpPr>
        <p:spPr>
          <a:xfrm>
            <a:off x="8329613" y="258763"/>
            <a:ext cx="182563" cy="138113"/>
          </a:xfrm>
          <a:prstGeom prst="rect">
            <a:avLst/>
          </a:prstGeom>
          <a:solidFill>
            <a:srgbClr val="FFFFFF">
              <a:alpha val="80000"/>
            </a:srgbClr>
          </a:solidFill>
          <a:ln w="12700">
            <a:miter lim="400000"/>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5" name="矩形 35">
            <a:extLst>
              <a:ext uri="{FF2B5EF4-FFF2-40B4-BE49-F238E27FC236}">
                <a16:creationId xmlns:a16="http://schemas.microsoft.com/office/drawing/2014/main" id="{461058B0-CF4C-861D-5509-F3CF24AED483}"/>
              </a:ext>
            </a:extLst>
          </p:cNvPr>
          <p:cNvSpPr/>
          <p:nvPr/>
        </p:nvSpPr>
        <p:spPr>
          <a:xfrm>
            <a:off x="8097838" y="258763"/>
            <a:ext cx="184151" cy="138113"/>
          </a:xfrm>
          <a:prstGeom prst="rect">
            <a:avLst/>
          </a:prstGeom>
          <a:solidFill>
            <a:srgbClr val="FFFFFF">
              <a:alpha val="80000"/>
            </a:srgbClr>
          </a:solidFill>
          <a:ln w="12700">
            <a:miter lim="400000"/>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6" name="矩形 36">
            <a:extLst>
              <a:ext uri="{FF2B5EF4-FFF2-40B4-BE49-F238E27FC236}">
                <a16:creationId xmlns:a16="http://schemas.microsoft.com/office/drawing/2014/main" id="{57641D92-8E1D-4160-E185-1D5797A8B202}"/>
              </a:ext>
            </a:extLst>
          </p:cNvPr>
          <p:cNvSpPr/>
          <p:nvPr/>
        </p:nvSpPr>
        <p:spPr>
          <a:xfrm>
            <a:off x="7861300" y="258763"/>
            <a:ext cx="184150" cy="138113"/>
          </a:xfrm>
          <a:prstGeom prst="rect">
            <a:avLst/>
          </a:prstGeom>
          <a:ln w="6350">
            <a:solidFill>
              <a:srgbClr val="D9D9D9"/>
            </a:solidFill>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7" name="矩形 37">
            <a:extLst>
              <a:ext uri="{FF2B5EF4-FFF2-40B4-BE49-F238E27FC236}">
                <a16:creationId xmlns:a16="http://schemas.microsoft.com/office/drawing/2014/main" id="{1A3E1EF5-2886-B7AE-0AFD-7668F236E416}"/>
              </a:ext>
            </a:extLst>
          </p:cNvPr>
          <p:cNvSpPr/>
          <p:nvPr/>
        </p:nvSpPr>
        <p:spPr>
          <a:xfrm>
            <a:off x="7626350" y="258763"/>
            <a:ext cx="184150" cy="138113"/>
          </a:xfrm>
          <a:prstGeom prst="rect">
            <a:avLst/>
          </a:prstGeom>
          <a:solidFill>
            <a:srgbClr val="FFFFFF">
              <a:alpha val="80000"/>
            </a:srgbClr>
          </a:solidFill>
          <a:ln w="12700">
            <a:miter lim="400000"/>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38" name="矩形 38">
            <a:extLst>
              <a:ext uri="{FF2B5EF4-FFF2-40B4-BE49-F238E27FC236}">
                <a16:creationId xmlns:a16="http://schemas.microsoft.com/office/drawing/2014/main" id="{EE841B53-7306-7806-5A54-FF7F4527A51B}"/>
              </a:ext>
            </a:extLst>
          </p:cNvPr>
          <p:cNvSpPr/>
          <p:nvPr/>
        </p:nvSpPr>
        <p:spPr>
          <a:xfrm>
            <a:off x="7383463" y="258763"/>
            <a:ext cx="184151" cy="138113"/>
          </a:xfrm>
          <a:prstGeom prst="rect">
            <a:avLst/>
          </a:prstGeom>
          <a:solidFill>
            <a:srgbClr val="D9D9D9"/>
          </a:solidFill>
          <a:ln w="12700">
            <a:miter lim="400000"/>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Tn>
                        </p:par>
                        <p:par>
                          <p:cTn id="5" fill="hold">
                            <p:stCondLst>
                              <p:cond delay="0"/>
                            </p:stCondLst>
                            <p:childTnLst>
                              <p:par>
                                <p:cTn id="6" presetID="2" presetClass="entr" presetSubtype="8" fill="hold" nodeType="afterEffect">
                                  <p:stCondLst>
                                    <p:cond delay="0"/>
                                  </p:stCondLst>
                                  <p:iterate>
                                    <p:tmAbs val="0"/>
                                  </p:iterate>
                                  <p:childTnLst>
                                    <p:set>
                                      <p:cBhvr>
                                        <p:cTn id="7" fill="hold"/>
                                        <p:tgtEl>
                                          <p:spTgt spid="9"/>
                                        </p:tgtEl>
                                        <p:attrNameLst>
                                          <p:attrName>style.visibility</p:attrName>
                                        </p:attrNameLst>
                                      </p:cBhvr>
                                      <p:to>
                                        <p:strVal val="visible"/>
                                      </p:to>
                                    </p:set>
                                    <p:anim calcmode="lin" valueType="num">
                                      <p:cBhvr>
                                        <p:cTn id="8" dur="500" fill="hold"/>
                                        <p:tgtEl>
                                          <p:spTgt spid="9"/>
                                        </p:tgtEl>
                                        <p:attrNameLst>
                                          <p:attrName>ppt_x</p:attrName>
                                        </p:attrNameLst>
                                      </p:cBhvr>
                                      <p:tavLst>
                                        <p:tav tm="0">
                                          <p:val>
                                            <p:strVal val="0-#ppt_w/2"/>
                                          </p:val>
                                        </p:tav>
                                        <p:tav tm="100000">
                                          <p:val>
                                            <p:strVal val="#ppt_x"/>
                                          </p:val>
                                        </p:tav>
                                      </p:tavLst>
                                    </p:anim>
                                    <p:anim calcmode="lin" valueType="num">
                                      <p:cBhvr>
                                        <p:cTn id="9" dur="500" fill="hold"/>
                                        <p:tgtEl>
                                          <p:spTgt spid="9"/>
                                        </p:tgtEl>
                                        <p:attrNameLst>
                                          <p:attrName>ppt_y</p:attrName>
                                        </p:attrNameLst>
                                      </p:cBhvr>
                                      <p:tavLst>
                                        <p:tav tm="0">
                                          <p:val>
                                            <p:strVal val="#ppt_y"/>
                                          </p:val>
                                        </p:tav>
                                        <p:tav tm="100000">
                                          <p:val>
                                            <p:strVal val="#ppt_y"/>
                                          </p:val>
                                        </p:tav>
                                      </p:tavLst>
                                    </p:anim>
                                  </p:childTnLst>
                                </p:cTn>
                              </p:par>
                            </p:childTnLst>
                          </p:cTn>
                        </p:par>
                        <p:par>
                          <p:cTn id="10" fill="hold">
                            <p:stCondLst>
                              <p:cond delay="0"/>
                            </p:stCondLst>
                            <p:childTnLst>
                              <p:par>
                                <p:cTn id="11" presetID="19" presetClass="entr" presetSubtype="10" fill="hold" nodeType="afterEffect">
                                  <p:stCondLst>
                                    <p:cond delay="500"/>
                                  </p:stCondLst>
                                  <p:iterate>
                                    <p:tmAbs val="0"/>
                                  </p:iterate>
                                  <p:childTnLst>
                                    <p:set>
                                      <p:cBhvr>
                                        <p:cTn id="12" fill="hold"/>
                                        <p:tgtEl>
                                          <p:spTgt spid="8"/>
                                        </p:tgtEl>
                                        <p:attrNameLst>
                                          <p:attrName>style.visibility</p:attrName>
                                        </p:attrNameLst>
                                      </p:cBhvr>
                                      <p:to>
                                        <p:strVal val="visible"/>
                                      </p:to>
                                    </p:set>
                                    <p:anim calcmode="lin" valueType="num">
                                      <p:cBhvr>
                                        <p:cTn id="13" dur="500" fill="hold"/>
                                        <p:tgtEl>
                                          <p:spTgt spid="8"/>
                                        </p:tgtEl>
                                        <p:attrNameLst>
                                          <p:attrName>ppt_w</p:attrName>
                                        </p:attrNameLst>
                                      </p:cBhvr>
                                      <p:tavLst>
                                        <p:tav tm="0" fmla="#ppt_w*sin(2.5*pi*$)">
                                          <p:val>
                                            <p:fltVal val="0"/>
                                          </p:val>
                                        </p:tav>
                                        <p:tav tm="100000">
                                          <p:val>
                                            <p:fltVal val="1"/>
                                          </p:val>
                                        </p:tav>
                                      </p:tavLst>
                                    </p:anim>
                                    <p:anim calcmode="lin" valueType="num">
                                      <p:cBhvr>
                                        <p:cTn id="14" dur="500" fill="hold"/>
                                        <p:tgtEl>
                                          <p:spTgt spid="8"/>
                                        </p:tgtEl>
                                        <p:attrNameLst>
                                          <p:attrName>ppt_h</p:attrName>
                                        </p:attrNameLst>
                                      </p:cBhvr>
                                      <p:tavLst>
                                        <p:tav tm="0">
                                          <p:val>
                                            <p:strVal val="#ppt_h"/>
                                          </p:val>
                                        </p:tav>
                                        <p:tav tm="100000">
                                          <p:val>
                                            <p:strVal val="#ppt_h"/>
                                          </p:val>
                                        </p:tav>
                                      </p:tavLst>
                                    </p:anim>
                                  </p:childTnLst>
                                </p:cTn>
                              </p:par>
                            </p:childTnLst>
                          </p:cTn>
                        </p:par>
                        <p:par>
                          <p:cTn id="15" fill="hold">
                            <p:stCondLst>
                              <p:cond delay="0"/>
                            </p:stCondLst>
                            <p:childTnLst>
                              <p:par>
                                <p:cTn id="16" presetID="15" presetClass="entr" presetSubtype="0" fill="hold" nodeType="afterEffect">
                                  <p:stCondLst>
                                    <p:cond delay="0"/>
                                  </p:stCondLst>
                                  <p:iterate>
                                    <p:tmAbs val="0"/>
                                  </p:iterate>
                                  <p:childTnLst>
                                    <p:set>
                                      <p:cBhvr>
                                        <p:cTn id="17" fill="hold"/>
                                        <p:tgtEl>
                                          <p:spTgt spid="14"/>
                                        </p:tgtEl>
                                        <p:attrNameLst>
                                          <p:attrName>style.visibility</p:attrName>
                                        </p:attrNameLst>
                                      </p:cBhvr>
                                      <p:to>
                                        <p:strVal val="visible"/>
                                      </p:to>
                                    </p:set>
                                    <p:anim calcmode="lin" valueType="num">
                                      <p:cBhvr>
                                        <p:cTn id="18" dur="500" fill="hold"/>
                                        <p:tgtEl>
                                          <p:spTgt spid="14"/>
                                        </p:tgtEl>
                                        <p:attrNameLst>
                                          <p:attrName>ppt_w</p:attrName>
                                        </p:attrNameLst>
                                      </p:cBhvr>
                                      <p:tavLst>
                                        <p:tav tm="0">
                                          <p:val>
                                            <p:fltVal val="0"/>
                                          </p:val>
                                        </p:tav>
                                        <p:tav tm="100000">
                                          <p:val>
                                            <p:strVal val="#ppt_w"/>
                                          </p:val>
                                        </p:tav>
                                      </p:tavLst>
                                    </p:anim>
                                    <p:anim calcmode="lin" valueType="num">
                                      <p:cBhvr>
                                        <p:cTn id="19" dur="500" fill="hold"/>
                                        <p:tgtEl>
                                          <p:spTgt spid="14"/>
                                        </p:tgtEl>
                                        <p:attrNameLst>
                                          <p:attrName>ppt_h</p:attrName>
                                        </p:attrNameLst>
                                      </p:cBhvr>
                                      <p:tavLst>
                                        <p:tav tm="0">
                                          <p:val>
                                            <p:fltVal val="0"/>
                                          </p:val>
                                        </p:tav>
                                        <p:tav tm="100000">
                                          <p:val>
                                            <p:strVal val="#ppt_h"/>
                                          </p:val>
                                        </p:tav>
                                      </p:tavLst>
                                    </p:anim>
                                    <p:anim calcmode="lin" valueType="num">
                                      <p:cBhvr>
                                        <p:cTn id="20" dur="500" fill="hold"/>
                                        <p:tgtEl>
                                          <p:spTgt spid="14"/>
                                        </p:tgtEl>
                                        <p:attrNameLst>
                                          <p:attrName>ppt_x</p:attrName>
                                        </p:attrNameLst>
                                      </p:cBhvr>
                                      <p:tavLst>
                                        <p:tav tm="0" fmla="#ppt_x+(cos(-2*pi*(1-$))*-#ppt_x-sin(-2*pi*(1-$))*(1-#ppt_y))*(1-$)">
                                          <p:val>
                                            <p:fltVal val="0"/>
                                          </p:val>
                                        </p:tav>
                                        <p:tav tm="100000">
                                          <p:val>
                                            <p:fltVal val="1"/>
                                          </p:val>
                                        </p:tav>
                                      </p:tavLst>
                                    </p:anim>
                                    <p:anim calcmode="lin" valueType="num">
                                      <p:cBhvr>
                                        <p:cTn id="21" dur="500" fill="hold"/>
                                        <p:tgtEl>
                                          <p:spTgt spid="14"/>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矩形 1"/>
          <p:cNvSpPr/>
          <p:nvPr/>
        </p:nvSpPr>
        <p:spPr>
          <a:xfrm>
            <a:off x="1221345" y="1722905"/>
            <a:ext cx="2731592" cy="2539768"/>
          </a:xfrm>
          <a:prstGeom prst="rect">
            <a:avLst/>
          </a:prstGeom>
          <a:solidFill>
            <a:srgbClr val="F9F9F9"/>
          </a:solidFill>
          <a:ln w="12700">
            <a:miter lim="400000"/>
          </a:ln>
        </p:spPr>
        <p:txBody>
          <a:bodyPr lIns="45719" rIns="45719" anchor="ctr"/>
          <a:lstStyle/>
          <a:p>
            <a:pPr algn="ctr">
              <a:defRPr>
                <a:solidFill>
                  <a:srgbClr val="FFFFFF"/>
                </a:solidFill>
              </a:defRPr>
            </a:pPr>
            <a:endParaRPr/>
          </a:p>
        </p:txBody>
      </p:sp>
      <p:grpSp>
        <p:nvGrpSpPr>
          <p:cNvPr id="40" name="组合 22"/>
          <p:cNvGrpSpPr/>
          <p:nvPr/>
        </p:nvGrpSpPr>
        <p:grpSpPr>
          <a:xfrm>
            <a:off x="1114706" y="1064091"/>
            <a:ext cx="2817113" cy="658814"/>
            <a:chOff x="0" y="-1"/>
            <a:chExt cx="2614612" cy="658814"/>
          </a:xfrm>
        </p:grpSpPr>
        <p:sp>
          <p:nvSpPr>
            <p:cNvPr id="41" name="矩形 23"/>
            <p:cNvSpPr/>
            <p:nvPr/>
          </p:nvSpPr>
          <p:spPr>
            <a:xfrm>
              <a:off x="79375" y="-1"/>
              <a:ext cx="2535237" cy="658814"/>
            </a:xfrm>
            <a:prstGeom prst="rect">
              <a:avLst/>
            </a:prstGeom>
            <a:solidFill>
              <a:srgbClr val="414455"/>
            </a:solidFill>
            <a:ln w="12700" cap="flat">
              <a:noFill/>
              <a:miter lim="400000"/>
            </a:ln>
            <a:effectLst/>
          </p:spPr>
          <p:txBody>
            <a:bodyPr wrap="square" lIns="45719" tIns="45719" rIns="45719" bIns="45719" numCol="1" anchor="ctr">
              <a:noAutofit/>
            </a:bodyPr>
            <a:lstStyle/>
            <a:p>
              <a:pPr algn="ctr">
                <a:buClrTx/>
                <a:buSzTx/>
                <a:buFontTx/>
                <a:buNone/>
                <a:defRPr sz="1800" b="0" i="0" u="none" strike="noStrike" spc="0" baseline="0">
                  <a:ln>
                    <a:noFill/>
                  </a:ln>
                  <a:solidFill>
                    <a:srgbClr val="FFFFFF">
                      <a:alpha val="100000"/>
                    </a:srgbClr>
                  </a:solidFill>
                  <a:effectLst/>
                  <a:latin typeface="Calibri"/>
                  <a:ea typeface="Calibri"/>
                  <a:cs typeface="+mn-cs"/>
                  <a:sym typeface="Calibri"/>
                </a:defRPr>
              </a:pPr>
              <a:r>
                <a:rPr lang="en-US"/>
                <a:t>4.</a:t>
              </a:r>
              <a:r>
                <a:rPr lang="zh-CN"/>
                <a:t>训练模型</a:t>
              </a:r>
              <a:endParaRPr/>
            </a:p>
          </p:txBody>
        </p:sp>
        <p:grpSp>
          <p:nvGrpSpPr>
            <p:cNvPr id="42" name="组合 24"/>
            <p:cNvGrpSpPr/>
            <p:nvPr/>
          </p:nvGrpSpPr>
          <p:grpSpPr>
            <a:xfrm>
              <a:off x="0" y="108071"/>
              <a:ext cx="767125" cy="417121"/>
              <a:chOff x="0" y="0"/>
              <a:chExt cx="767124" cy="417120"/>
            </a:xfrm>
          </p:grpSpPr>
          <p:sp>
            <p:nvSpPr>
              <p:cNvPr id="43" name="任意多边形 26"/>
              <p:cNvSpPr/>
              <p:nvPr/>
            </p:nvSpPr>
            <p:spPr>
              <a:xfrm rot="10800000" flipH="1">
                <a:off x="0" y="34292"/>
                <a:ext cx="767125" cy="382829"/>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0"/>
                    </a:lnTo>
                    <a:lnTo>
                      <a:pt x="21600" y="506"/>
                    </a:lnTo>
                    <a:lnTo>
                      <a:pt x="16112" y="21600"/>
                    </a:lnTo>
                    <a:lnTo>
                      <a:pt x="0" y="21600"/>
                    </a:lnTo>
                    <a:close/>
                  </a:path>
                </a:pathLst>
              </a:custGeom>
              <a:solidFill>
                <a:srgbClr val="00B0F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44" name="直角三角形 27"/>
              <p:cNvSpPr/>
              <p:nvPr/>
            </p:nvSpPr>
            <p:spPr>
              <a:xfrm flipH="1">
                <a:off x="0" y="-1"/>
                <a:ext cx="90612" cy="34294"/>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0" y="0"/>
                    </a:lnTo>
                    <a:close/>
                  </a:path>
                </a:pathLst>
              </a:custGeom>
              <a:solidFill>
                <a:srgbClr val="00B0F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grpSp>
      <p:grpSp>
        <p:nvGrpSpPr>
          <p:cNvPr id="45" name="组合 40"/>
          <p:cNvGrpSpPr/>
          <p:nvPr/>
        </p:nvGrpSpPr>
        <p:grpSpPr>
          <a:xfrm>
            <a:off x="1220856" y="4263190"/>
            <a:ext cx="2732048" cy="550447"/>
            <a:chOff x="-1" y="0"/>
            <a:chExt cx="2535658" cy="550445"/>
          </a:xfrm>
        </p:grpSpPr>
        <p:sp>
          <p:nvSpPr>
            <p:cNvPr id="46" name="矩形 41"/>
            <p:cNvSpPr/>
            <p:nvPr/>
          </p:nvSpPr>
          <p:spPr>
            <a:xfrm>
              <a:off x="-1" y="0"/>
              <a:ext cx="2535658" cy="550445"/>
            </a:xfrm>
            <a:prstGeom prst="rect">
              <a:avLst/>
            </a:prstGeom>
            <a:solidFill>
              <a:srgbClr val="41445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47" name="文本框 70"/>
            <p:cNvSpPr txBox="1"/>
            <p:nvPr/>
          </p:nvSpPr>
          <p:spPr>
            <a:xfrm>
              <a:off x="647887" y="104084"/>
              <a:ext cx="1175162" cy="368298"/>
            </a:xfrm>
            <a:prstGeom prst="rect">
              <a:avLst/>
            </a:prstGeom>
            <a:solidFill>
              <a:srgbClr val="414455"/>
            </a:solidFill>
            <a:ln w="12700" cap="flat">
              <a:noFill/>
              <a:miter lim="400000"/>
            </a:ln>
            <a:effectLst/>
            <a:extLst>
              <a:ext uri="{C572A759-6A51-4108-AA02-DFA0A04FC94B}"/>
            </a:extLst>
          </p:spPr>
          <p:txBody>
            <a:bodyPr wrap="square" lIns="45719" tIns="45719" rIns="45719" bIns="45719" numCol="1" anchor="t">
              <a:spAutoFit/>
            </a:bodyPr>
            <a:lstStyle>
              <a:lvl1pPr>
                <a:defRPr>
                  <a:solidFill>
                    <a:srgbClr val="FFFFFF"/>
                  </a:solidFill>
                  <a:latin typeface="微软雅黑"/>
                  <a:ea typeface="微软雅黑"/>
                  <a:cs typeface="微软雅黑"/>
                  <a:sym typeface="微软雅黑"/>
                </a:defRPr>
              </a:lvl1pPr>
            </a:lstStyle>
            <a:p>
              <a:pPr>
                <a:buClrTx/>
                <a:buSzTx/>
                <a:buFontTx/>
                <a:buNone/>
              </a:pPr>
              <a:endParaRPr/>
            </a:p>
          </p:txBody>
        </p:sp>
      </p:grpSp>
      <p:sp>
        <p:nvSpPr>
          <p:cNvPr id="48" name="矩形 1"/>
          <p:cNvSpPr/>
          <p:nvPr/>
        </p:nvSpPr>
        <p:spPr>
          <a:xfrm>
            <a:off x="5297702" y="1722905"/>
            <a:ext cx="2731592" cy="2539768"/>
          </a:xfrm>
          <a:prstGeom prst="rect">
            <a:avLst/>
          </a:prstGeom>
          <a:solidFill>
            <a:srgbClr val="F9F9F9"/>
          </a:solidFill>
          <a:ln w="12700">
            <a:miter lim="400000"/>
          </a:ln>
        </p:spPr>
        <p:txBody>
          <a:bodyPr lIns="45719" rIns="45719" anchor="ctr"/>
          <a:lstStyle/>
          <a:p>
            <a:pPr algn="ctr">
              <a:defRPr>
                <a:solidFill>
                  <a:srgbClr val="FFFFFF"/>
                </a:solidFill>
              </a:defRPr>
            </a:pPr>
            <a:endParaRPr/>
          </a:p>
        </p:txBody>
      </p:sp>
      <p:grpSp>
        <p:nvGrpSpPr>
          <p:cNvPr id="49" name="组合 22"/>
          <p:cNvGrpSpPr/>
          <p:nvPr/>
        </p:nvGrpSpPr>
        <p:grpSpPr>
          <a:xfrm>
            <a:off x="5191063" y="1064091"/>
            <a:ext cx="2817113" cy="658814"/>
            <a:chOff x="0" y="-1"/>
            <a:chExt cx="2614612" cy="658814"/>
          </a:xfrm>
        </p:grpSpPr>
        <p:sp>
          <p:nvSpPr>
            <p:cNvPr id="50" name="矩形 23"/>
            <p:cNvSpPr/>
            <p:nvPr/>
          </p:nvSpPr>
          <p:spPr>
            <a:xfrm>
              <a:off x="79375" y="-1"/>
              <a:ext cx="2535237" cy="658814"/>
            </a:xfrm>
            <a:prstGeom prst="rect">
              <a:avLst/>
            </a:prstGeom>
            <a:solidFill>
              <a:srgbClr val="414455"/>
            </a:solidFill>
            <a:ln w="12700" cap="flat">
              <a:noFill/>
              <a:miter lim="400000"/>
            </a:ln>
            <a:effectLst/>
          </p:spPr>
          <p:txBody>
            <a:bodyPr wrap="square" lIns="45719" tIns="45719" rIns="45719" bIns="45719" numCol="1" anchor="ctr">
              <a:noAutofit/>
            </a:bodyPr>
            <a:lstStyle/>
            <a:p>
              <a:pPr algn="ctr">
                <a:buClrTx/>
                <a:buSzTx/>
                <a:buFontTx/>
                <a:buNone/>
                <a:defRPr sz="1800" b="0" i="0" u="none" strike="noStrike" spc="0" baseline="0">
                  <a:ln>
                    <a:noFill/>
                  </a:ln>
                  <a:solidFill>
                    <a:srgbClr val="FFFFFF">
                      <a:alpha val="100000"/>
                    </a:srgbClr>
                  </a:solidFill>
                  <a:effectLst/>
                  <a:latin typeface="Calibri"/>
                  <a:ea typeface="Calibri"/>
                  <a:cs typeface="+mn-cs"/>
                  <a:sym typeface="Calibri"/>
                </a:defRPr>
              </a:pPr>
              <a:r>
                <a:rPr lang="en-US"/>
                <a:t>          5.</a:t>
              </a:r>
              <a:r>
                <a:rPr lang="zh-CN"/>
                <a:t>模型验证和调优</a:t>
              </a:r>
              <a:endParaRPr/>
            </a:p>
          </p:txBody>
        </p:sp>
        <p:grpSp>
          <p:nvGrpSpPr>
            <p:cNvPr id="51" name="组合 24"/>
            <p:cNvGrpSpPr/>
            <p:nvPr/>
          </p:nvGrpSpPr>
          <p:grpSpPr>
            <a:xfrm>
              <a:off x="0" y="108071"/>
              <a:ext cx="767125" cy="417121"/>
              <a:chOff x="0" y="0"/>
              <a:chExt cx="767124" cy="417120"/>
            </a:xfrm>
          </p:grpSpPr>
          <p:sp>
            <p:nvSpPr>
              <p:cNvPr id="52" name="任意多边形 26"/>
              <p:cNvSpPr/>
              <p:nvPr/>
            </p:nvSpPr>
            <p:spPr>
              <a:xfrm rot="10800000" flipH="1">
                <a:off x="0" y="34292"/>
                <a:ext cx="767125" cy="382829"/>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0"/>
                    </a:lnTo>
                    <a:lnTo>
                      <a:pt x="21600" y="506"/>
                    </a:lnTo>
                    <a:lnTo>
                      <a:pt x="16112" y="21600"/>
                    </a:lnTo>
                    <a:lnTo>
                      <a:pt x="0" y="21600"/>
                    </a:lnTo>
                    <a:close/>
                  </a:path>
                </a:pathLst>
              </a:custGeom>
              <a:solidFill>
                <a:srgbClr val="00B0F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3" name="直角三角形 27"/>
              <p:cNvSpPr/>
              <p:nvPr/>
            </p:nvSpPr>
            <p:spPr>
              <a:xfrm flipH="1">
                <a:off x="0" y="-1"/>
                <a:ext cx="90612" cy="34294"/>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0" y="0"/>
                    </a:lnTo>
                    <a:close/>
                  </a:path>
                </a:pathLst>
              </a:custGeom>
              <a:solidFill>
                <a:srgbClr val="00B0F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grpSp>
      <p:grpSp>
        <p:nvGrpSpPr>
          <p:cNvPr id="54" name="组合 40"/>
          <p:cNvGrpSpPr/>
          <p:nvPr/>
        </p:nvGrpSpPr>
        <p:grpSpPr>
          <a:xfrm>
            <a:off x="5297213" y="4263190"/>
            <a:ext cx="2732048" cy="550447"/>
            <a:chOff x="-1" y="0"/>
            <a:chExt cx="2535658" cy="550445"/>
          </a:xfrm>
        </p:grpSpPr>
        <p:sp>
          <p:nvSpPr>
            <p:cNvPr id="55" name="矩形 41"/>
            <p:cNvSpPr/>
            <p:nvPr/>
          </p:nvSpPr>
          <p:spPr>
            <a:xfrm>
              <a:off x="-1" y="0"/>
              <a:ext cx="2535658" cy="550445"/>
            </a:xfrm>
            <a:prstGeom prst="rect">
              <a:avLst/>
            </a:prstGeom>
            <a:solidFill>
              <a:srgbClr val="41445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6" name="文本框 70"/>
            <p:cNvSpPr txBox="1"/>
            <p:nvPr/>
          </p:nvSpPr>
          <p:spPr>
            <a:xfrm>
              <a:off x="647887" y="104084"/>
              <a:ext cx="1175162" cy="368298"/>
            </a:xfrm>
            <a:prstGeom prst="rect">
              <a:avLst/>
            </a:prstGeom>
            <a:solidFill>
              <a:srgbClr val="414455"/>
            </a:solidFill>
            <a:ln w="12700" cap="flat">
              <a:noFill/>
              <a:miter lim="400000"/>
            </a:ln>
            <a:effectLst/>
            <a:extLst>
              <a:ext uri="{C572A759-6A51-4108-AA02-DFA0A04FC94B}"/>
            </a:extLst>
          </p:spPr>
          <p:txBody>
            <a:bodyPr wrap="square" lIns="45719" tIns="45719" rIns="45719" bIns="45719" numCol="1" anchor="t">
              <a:spAutoFit/>
            </a:bodyPr>
            <a:lstStyle>
              <a:lvl1pPr>
                <a:defRPr>
                  <a:solidFill>
                    <a:srgbClr val="FFFFFF"/>
                  </a:solidFill>
                  <a:latin typeface="微软雅黑"/>
                  <a:ea typeface="微软雅黑"/>
                  <a:cs typeface="微软雅黑"/>
                  <a:sym typeface="微软雅黑"/>
                </a:defRPr>
              </a:lvl1pPr>
            </a:lstStyle>
            <a:p>
              <a:pPr>
                <a:buClrTx/>
                <a:buSzTx/>
                <a:buFontTx/>
                <a:buNone/>
              </a:pPr>
              <a:endParaRPr/>
            </a:p>
          </p:txBody>
        </p:sp>
      </p:grpSp>
      <p:sp>
        <p:nvSpPr>
          <p:cNvPr id="58" name="文本框 57"/>
          <p:cNvSpPr txBox="1"/>
          <p:nvPr/>
        </p:nvSpPr>
        <p:spPr>
          <a:xfrm>
            <a:off x="1263546" y="1914645"/>
            <a:ext cx="2710474" cy="8778240"/>
          </a:xfrm>
        </p:spPr>
        <p:txBody>
          <a:bodyPr wrap="square">
            <a:spAutoFit/>
          </a:bodyPr>
          <a:lstStyle/>
          <a:p>
            <a:pPr>
              <a:defRPr sz="1800" b="0" i="0" u="none" strike="noStrike" spc="0" baseline="0">
                <a:ln>
                  <a:noFill/>
                </a:ln>
                <a:solidFill>
                  <a:srgbClr val="000000">
                    <a:alpha val="100000"/>
                  </a:srgbClr>
                </a:solidFill>
                <a:effectLst/>
                <a:latin typeface="Calibri"/>
                <a:ea typeface="Calibri"/>
                <a:cs typeface="+mn-cs"/>
                <a:sym typeface="Calibri"/>
              </a:defRPr>
            </a:pPr>
            <a:r>
              <a:rPr lang="zh-CN" altLang="en-US" dirty="0">
                <a:solidFill>
                  <a:srgbClr val="000000">
                    <a:alpha val="100000"/>
                  </a:srgbClr>
                </a:solidFill>
                <a:latin typeface="宋体"/>
                <a:ea typeface="宋体"/>
              </a:rPr>
              <a:t>使用数据库中存储的数据集对建立的模型进行训练，并获取初步的模型输出数据集。训练过程中，将训练记录和部分模型中间输出存储在数据库中，方便后续分析和优化。</a:t>
            </a:r>
          </a:p>
          <a:p>
            <a:pPr>
              <a:defRPr sz="1800" b="0" i="0" u="none" strike="noStrike" spc="0" baseline="0">
                <a:ln>
                  <a:noFill/>
                </a:ln>
                <a:solidFill>
                  <a:srgbClr val="000000">
                    <a:alpha val="100000"/>
                  </a:srgbClr>
                </a:solidFill>
                <a:effectLst/>
                <a:latin typeface="Calibri"/>
                <a:ea typeface="Calibri"/>
                <a:cs typeface="+mn-cs"/>
                <a:sym typeface="Calibri"/>
              </a:defRPr>
            </a:pPr>
            <a:endParaRPr lang="zh-CN" altLang="en-US" dirty="0">
              <a:solidFill>
                <a:srgbClr val="000000">
                  <a:alpha val="100000"/>
                </a:srgbClr>
              </a:solidFill>
              <a:latin typeface="宋体"/>
              <a:ea typeface="宋体"/>
            </a:endParaRPr>
          </a:p>
          <a:p>
            <a:pPr marL="0" lvl="0" indent="0" algn="l" defTabSz="914400">
              <a:lnSpc>
                <a:spcPct val="100000"/>
              </a:lnSpc>
              <a:spcBef>
                <a:spcPts val="0"/>
              </a:spcBef>
              <a:spcAft>
                <a:spcPts val="0"/>
              </a:spcAft>
              <a:buClrTx/>
              <a:buSzTx/>
              <a:buFontTx/>
              <a:buNone/>
              <a:defRPr sz="1800" b="0" i="0" u="none" strike="noStrike" spc="0" baseline="0">
                <a:ln>
                  <a:noFill/>
                </a:ln>
                <a:solidFill>
                  <a:srgbClr val="000000">
                    <a:alpha val="100000"/>
                  </a:srgbClr>
                </a:solidFill>
                <a:effectLst/>
                <a:latin typeface="Calibri"/>
                <a:ea typeface="Calibri"/>
                <a:cs typeface="+mn-cs"/>
                <a:sym typeface="Calibri"/>
              </a:defRPr>
            </a:pPr>
            <a:endParaRPr dirty="0">
              <a:solidFill>
                <a:srgbClr val="000000">
                  <a:alpha val="100000"/>
                </a:srgbClr>
              </a:solidFill>
              <a:latin typeface="宋体"/>
              <a:ea typeface="宋体"/>
            </a:endParaRPr>
          </a:p>
        </p:txBody>
      </p:sp>
      <p:sp>
        <p:nvSpPr>
          <p:cNvPr id="59" name="文本框 58"/>
          <p:cNvSpPr txBox="1"/>
          <p:nvPr/>
        </p:nvSpPr>
        <p:spPr>
          <a:xfrm>
            <a:off x="5276097" y="1731648"/>
            <a:ext cx="2710473" cy="8778240"/>
          </a:xfrm>
        </p:spPr>
        <p:txBody>
          <a:bodyPr>
            <a:spAutoFit/>
          </a:bodyPr>
          <a:lstStyle/>
          <a:p>
            <a:r>
              <a:rPr lang="zh-CN" altLang="en-US" dirty="0">
                <a:solidFill>
                  <a:srgbClr val="000000">
                    <a:alpha val="100000"/>
                  </a:srgbClr>
                </a:solidFill>
                <a:latin typeface="宋体"/>
                <a:ea typeface="宋体"/>
              </a:rPr>
              <a:t>反复训练模型，根据验证数据集的精度进行模型的检验和参数的调整，直到确定最优反演模型。数据库存储每次调优后的参数和验证精度，使整个调优过程透明可追溯，有助于最终模型的选择和结果解释。</a:t>
            </a:r>
          </a:p>
          <a:p>
            <a:pPr>
              <a:buClrTx/>
              <a:buSzTx/>
              <a:buFontTx/>
              <a:buNone/>
            </a:pPr>
            <a:endParaRPr dirty="0">
              <a:solidFill>
                <a:srgbClr val="000000">
                  <a:alpha val="100000"/>
                </a:srgbClr>
              </a:solidFill>
              <a:latin typeface="宋体"/>
              <a:ea typeface="宋体"/>
            </a:endParaRPr>
          </a:p>
        </p:txBody>
      </p:sp>
      <p:sp>
        <p:nvSpPr>
          <p:cNvPr id="2" name="矩形 32">
            <a:extLst>
              <a:ext uri="{FF2B5EF4-FFF2-40B4-BE49-F238E27FC236}">
                <a16:creationId xmlns:a16="http://schemas.microsoft.com/office/drawing/2014/main" id="{5DC6B06C-88E0-22AE-0412-EDD17CC09EBF}"/>
              </a:ext>
            </a:extLst>
          </p:cNvPr>
          <p:cNvSpPr txBox="1"/>
          <p:nvPr/>
        </p:nvSpPr>
        <p:spPr>
          <a:xfrm>
            <a:off x="6477000" y="176212"/>
            <a:ext cx="810476" cy="3077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1400">
                <a:solidFill>
                  <a:srgbClr val="FFFFFF"/>
                </a:solidFill>
                <a:latin typeface="微软雅黑"/>
                <a:ea typeface="微软雅黑"/>
                <a:cs typeface="微软雅黑"/>
                <a:sym typeface="微软雅黑"/>
              </a:defRPr>
            </a:lvl1pPr>
          </a:lstStyle>
          <a:p>
            <a:r>
              <a:rPr lang="zh-CN" altLang="en-US" dirty="0"/>
              <a:t>解决方案</a:t>
            </a:r>
            <a:endParaRPr dirty="0"/>
          </a:p>
        </p:txBody>
      </p:sp>
      <p:sp>
        <p:nvSpPr>
          <p:cNvPr id="3" name="矩形 33">
            <a:extLst>
              <a:ext uri="{FF2B5EF4-FFF2-40B4-BE49-F238E27FC236}">
                <a16:creationId xmlns:a16="http://schemas.microsoft.com/office/drawing/2014/main" id="{53E65F3B-A7B6-2EDB-C855-BCB13F33F93F}"/>
              </a:ext>
            </a:extLst>
          </p:cNvPr>
          <p:cNvSpPr/>
          <p:nvPr/>
        </p:nvSpPr>
        <p:spPr>
          <a:xfrm>
            <a:off x="8564563" y="258763"/>
            <a:ext cx="184151" cy="138113"/>
          </a:xfrm>
          <a:prstGeom prst="rect">
            <a:avLst/>
          </a:prstGeom>
          <a:solidFill>
            <a:srgbClr val="FFFFFF">
              <a:alpha val="80000"/>
            </a:srgbClr>
          </a:solidFill>
          <a:ln w="12700">
            <a:miter lim="400000"/>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4" name="矩形 34">
            <a:extLst>
              <a:ext uri="{FF2B5EF4-FFF2-40B4-BE49-F238E27FC236}">
                <a16:creationId xmlns:a16="http://schemas.microsoft.com/office/drawing/2014/main" id="{079A507E-0AB6-A046-6E2D-88AC237139A8}"/>
              </a:ext>
            </a:extLst>
          </p:cNvPr>
          <p:cNvSpPr/>
          <p:nvPr/>
        </p:nvSpPr>
        <p:spPr>
          <a:xfrm>
            <a:off x="8329613" y="258763"/>
            <a:ext cx="182563" cy="138113"/>
          </a:xfrm>
          <a:prstGeom prst="rect">
            <a:avLst/>
          </a:prstGeom>
          <a:solidFill>
            <a:srgbClr val="FFFFFF">
              <a:alpha val="80000"/>
            </a:srgbClr>
          </a:solidFill>
          <a:ln w="12700">
            <a:miter lim="400000"/>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5" name="矩形 35">
            <a:extLst>
              <a:ext uri="{FF2B5EF4-FFF2-40B4-BE49-F238E27FC236}">
                <a16:creationId xmlns:a16="http://schemas.microsoft.com/office/drawing/2014/main" id="{5AEE800E-AC45-AA52-87B5-1E814F9E971C}"/>
              </a:ext>
            </a:extLst>
          </p:cNvPr>
          <p:cNvSpPr/>
          <p:nvPr/>
        </p:nvSpPr>
        <p:spPr>
          <a:xfrm>
            <a:off x="8097838" y="258763"/>
            <a:ext cx="184151" cy="138113"/>
          </a:xfrm>
          <a:prstGeom prst="rect">
            <a:avLst/>
          </a:prstGeom>
          <a:solidFill>
            <a:srgbClr val="FFFFFF">
              <a:alpha val="80000"/>
            </a:srgbClr>
          </a:solidFill>
          <a:ln w="12700">
            <a:miter lim="400000"/>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6" name="矩形 36">
            <a:extLst>
              <a:ext uri="{FF2B5EF4-FFF2-40B4-BE49-F238E27FC236}">
                <a16:creationId xmlns:a16="http://schemas.microsoft.com/office/drawing/2014/main" id="{817B9934-3A60-7363-8406-688A5519C0FE}"/>
              </a:ext>
            </a:extLst>
          </p:cNvPr>
          <p:cNvSpPr/>
          <p:nvPr/>
        </p:nvSpPr>
        <p:spPr>
          <a:xfrm>
            <a:off x="7861300" y="258763"/>
            <a:ext cx="184150" cy="138113"/>
          </a:xfrm>
          <a:prstGeom prst="rect">
            <a:avLst/>
          </a:prstGeom>
          <a:ln w="6350">
            <a:solidFill>
              <a:srgbClr val="D9D9D9"/>
            </a:solidFill>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7" name="矩形 37">
            <a:extLst>
              <a:ext uri="{FF2B5EF4-FFF2-40B4-BE49-F238E27FC236}">
                <a16:creationId xmlns:a16="http://schemas.microsoft.com/office/drawing/2014/main" id="{944B956F-E6AB-4848-4EF4-7DCFE052559C}"/>
              </a:ext>
            </a:extLst>
          </p:cNvPr>
          <p:cNvSpPr/>
          <p:nvPr/>
        </p:nvSpPr>
        <p:spPr>
          <a:xfrm>
            <a:off x="7626350" y="258763"/>
            <a:ext cx="184150" cy="138113"/>
          </a:xfrm>
          <a:prstGeom prst="rect">
            <a:avLst/>
          </a:prstGeom>
          <a:solidFill>
            <a:srgbClr val="FFFFFF">
              <a:alpha val="80000"/>
            </a:srgbClr>
          </a:solidFill>
          <a:ln w="12700">
            <a:miter lim="400000"/>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8" name="矩形 38">
            <a:extLst>
              <a:ext uri="{FF2B5EF4-FFF2-40B4-BE49-F238E27FC236}">
                <a16:creationId xmlns:a16="http://schemas.microsoft.com/office/drawing/2014/main" id="{DB09E1E2-369C-64EF-4BF2-B4F677CC2BC3}"/>
              </a:ext>
            </a:extLst>
          </p:cNvPr>
          <p:cNvSpPr/>
          <p:nvPr/>
        </p:nvSpPr>
        <p:spPr>
          <a:xfrm>
            <a:off x="7383463" y="258763"/>
            <a:ext cx="184151" cy="138113"/>
          </a:xfrm>
          <a:prstGeom prst="rect">
            <a:avLst/>
          </a:prstGeom>
          <a:solidFill>
            <a:srgbClr val="D9D9D9"/>
          </a:solidFill>
          <a:ln w="12700">
            <a:miter lim="400000"/>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Tn>
                        </p:par>
                        <p:par>
                          <p:cTn id="5" fill="hold">
                            <p:stCondLst>
                              <p:cond delay="0"/>
                            </p:stCondLst>
                            <p:childTnLst>
                              <p:par>
                                <p:cTn id="6" presetID="2" presetClass="entr" presetSubtype="8" fill="hold" nodeType="afterEffect">
                                  <p:stCondLst>
                                    <p:cond delay="0"/>
                                  </p:stCondLst>
                                  <p:iterate>
                                    <p:tmAbs val="0"/>
                                  </p:iterate>
                                  <p:childTnLst>
                                    <p:set>
                                      <p:cBhvr>
                                        <p:cTn id="7" fill="hold"/>
                                        <p:tgtEl>
                                          <p:spTgt spid="40"/>
                                        </p:tgtEl>
                                        <p:attrNameLst>
                                          <p:attrName>style.visibility</p:attrName>
                                        </p:attrNameLst>
                                      </p:cBhvr>
                                      <p:to>
                                        <p:strVal val="visible"/>
                                      </p:to>
                                    </p:set>
                                    <p:anim calcmode="lin" valueType="num">
                                      <p:cBhvr>
                                        <p:cTn id="8" dur="500" fill="hold"/>
                                        <p:tgtEl>
                                          <p:spTgt spid="40"/>
                                        </p:tgtEl>
                                        <p:attrNameLst>
                                          <p:attrName>ppt_x</p:attrName>
                                        </p:attrNameLst>
                                      </p:cBhvr>
                                      <p:tavLst>
                                        <p:tav tm="0">
                                          <p:val>
                                            <p:strVal val="0-#ppt_w/2"/>
                                          </p:val>
                                        </p:tav>
                                        <p:tav tm="100000">
                                          <p:val>
                                            <p:strVal val="#ppt_x"/>
                                          </p:val>
                                        </p:tav>
                                      </p:tavLst>
                                    </p:anim>
                                    <p:anim calcmode="lin" valueType="num">
                                      <p:cBhvr>
                                        <p:cTn id="9" dur="500" fill="hold"/>
                                        <p:tgtEl>
                                          <p:spTgt spid="40"/>
                                        </p:tgtEl>
                                        <p:attrNameLst>
                                          <p:attrName>ppt_y</p:attrName>
                                        </p:attrNameLst>
                                      </p:cBhvr>
                                      <p:tavLst>
                                        <p:tav tm="0">
                                          <p:val>
                                            <p:strVal val="#ppt_y"/>
                                          </p:val>
                                        </p:tav>
                                        <p:tav tm="100000">
                                          <p:val>
                                            <p:strVal val="#ppt_y"/>
                                          </p:val>
                                        </p:tav>
                                      </p:tavLst>
                                    </p:anim>
                                  </p:childTnLst>
                                </p:cTn>
                              </p:par>
                            </p:childTnLst>
                          </p:cTn>
                        </p:par>
                        <p:par>
                          <p:cTn id="10" fill="hold">
                            <p:stCondLst>
                              <p:cond delay="0"/>
                            </p:stCondLst>
                            <p:childTnLst>
                              <p:par>
                                <p:cTn id="11" presetID="19" presetClass="entr" presetSubtype="10" fill="hold" nodeType="afterEffect">
                                  <p:stCondLst>
                                    <p:cond delay="500"/>
                                  </p:stCondLst>
                                  <p:iterate>
                                    <p:tmAbs val="0"/>
                                  </p:iterate>
                                  <p:childTnLst>
                                    <p:set>
                                      <p:cBhvr>
                                        <p:cTn id="12" fill="hold"/>
                                        <p:tgtEl>
                                          <p:spTgt spid="39"/>
                                        </p:tgtEl>
                                        <p:attrNameLst>
                                          <p:attrName>style.visibility</p:attrName>
                                        </p:attrNameLst>
                                      </p:cBhvr>
                                      <p:to>
                                        <p:strVal val="visible"/>
                                      </p:to>
                                    </p:set>
                                    <p:anim calcmode="lin" valueType="num">
                                      <p:cBhvr>
                                        <p:cTn id="13" dur="500" fill="hold"/>
                                        <p:tgtEl>
                                          <p:spTgt spid="39"/>
                                        </p:tgtEl>
                                        <p:attrNameLst>
                                          <p:attrName>ppt_w</p:attrName>
                                        </p:attrNameLst>
                                      </p:cBhvr>
                                      <p:tavLst>
                                        <p:tav tm="0" fmla="#ppt_w*sin(2.5*pi*$)">
                                          <p:val>
                                            <p:fltVal val="0"/>
                                          </p:val>
                                        </p:tav>
                                        <p:tav tm="100000">
                                          <p:val>
                                            <p:fltVal val="1"/>
                                          </p:val>
                                        </p:tav>
                                      </p:tavLst>
                                    </p:anim>
                                    <p:anim calcmode="lin" valueType="num">
                                      <p:cBhvr>
                                        <p:cTn id="14" dur="500" fill="hold"/>
                                        <p:tgtEl>
                                          <p:spTgt spid="39"/>
                                        </p:tgtEl>
                                        <p:attrNameLst>
                                          <p:attrName>ppt_h</p:attrName>
                                        </p:attrNameLst>
                                      </p:cBhvr>
                                      <p:tavLst>
                                        <p:tav tm="0">
                                          <p:val>
                                            <p:strVal val="#ppt_h"/>
                                          </p:val>
                                        </p:tav>
                                        <p:tav tm="100000">
                                          <p:val>
                                            <p:strVal val="#ppt_h"/>
                                          </p:val>
                                        </p:tav>
                                      </p:tavLst>
                                    </p:anim>
                                  </p:childTnLst>
                                </p:cTn>
                              </p:par>
                            </p:childTnLst>
                          </p:cTn>
                        </p:par>
                        <p:par>
                          <p:cTn id="15" fill="hold">
                            <p:stCondLst>
                              <p:cond delay="0"/>
                            </p:stCondLst>
                            <p:childTnLst>
                              <p:par>
                                <p:cTn id="16" presetID="10" presetClass="entr" presetSubtype="0" fill="hold" nodeType="afterEffect">
                                  <p:stCondLst>
                                    <p:cond delay="0"/>
                                  </p:stCondLst>
                                  <p:childTnLst>
                                    <p:set>
                                      <p:cBhvr>
                                        <p:cTn id="17" dur="1" fill="hold">
                                          <p:stCondLst>
                                            <p:cond delay="0"/>
                                          </p:stCondLst>
                                        </p:cTn>
                                        <p:tgtEl>
                                          <p:spTgt spid="45"/>
                                        </p:tgtEl>
                                        <p:attrNameLst>
                                          <p:attrName>style.visibility</p:attrName>
                                        </p:attrNameLst>
                                      </p:cBhvr>
                                      <p:to>
                                        <p:strVal val="visible"/>
                                      </p:to>
                                    </p:set>
                                    <p:animEffect transition="in" filter="fade">
                                      <p:cBhvr>
                                        <p:cTn id="18" dur="1000"/>
                                        <p:tgtEl>
                                          <p:spTgt spid="45"/>
                                        </p:tgtEl>
                                      </p:cBhvr>
                                    </p:animEffect>
                                  </p:childTnLst>
                                </p:cTn>
                              </p:par>
                            </p:childTnLst>
                          </p:cTn>
                        </p:par>
                      </p:childTnLst>
                    </p:cTn>
                  </p:par>
                </p:childTnLst>
              </p:cTn>
              <p:prevCondLst>
                <p:cond evt="onPrev" delay="0"/>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矩形 1"/>
          <p:cNvSpPr/>
          <p:nvPr/>
        </p:nvSpPr>
        <p:spPr>
          <a:xfrm>
            <a:off x="0" y="1350962"/>
            <a:ext cx="3228975" cy="1187451"/>
          </a:xfrm>
          <a:prstGeom prst="rect">
            <a:avLst/>
          </a:prstGeom>
          <a:solidFill>
            <a:srgbClr val="414455"/>
          </a:solidFill>
          <a:ln w="12700">
            <a:miter lim="400000"/>
          </a:ln>
        </p:spPr>
        <p:txBody>
          <a:bodyPr lIns="45719" rIns="45719" anchor="ctr"/>
          <a:lstStyle/>
          <a:p>
            <a:pPr algn="ctr">
              <a:defRPr>
                <a:solidFill>
                  <a:srgbClr val="FFFFFF"/>
                </a:solidFill>
              </a:defRPr>
            </a:pPr>
            <a:endParaRPr/>
          </a:p>
        </p:txBody>
      </p:sp>
      <p:sp>
        <p:nvSpPr>
          <p:cNvPr id="62" name="文本框 2"/>
          <p:cNvSpPr txBox="1"/>
          <p:nvPr/>
        </p:nvSpPr>
        <p:spPr>
          <a:xfrm>
            <a:off x="1352549" y="1663700"/>
            <a:ext cx="1605281" cy="601981"/>
          </a:xfrm>
          <a:prstGeom prst="rect">
            <a:avLst/>
          </a:prstGeom>
          <a:ln w="12700">
            <a:miter lim="400000"/>
          </a:ln>
          <a:extLst>
            <a:ext uri="{C572A759-6A51-4108-AA02-DFA0A04FC94B}"/>
          </a:extLst>
        </p:spPr>
        <p:txBody>
          <a:bodyPr wrap="none" lIns="34290" tIns="34290" rIns="34290" bIns="34290">
            <a:spAutoFit/>
          </a:bodyPr>
          <a:lstStyle>
            <a:lvl1pPr>
              <a:defRPr sz="3000" b="1">
                <a:solidFill>
                  <a:srgbClr val="FFFFFF"/>
                </a:solidFill>
                <a:latin typeface="微软雅黑"/>
                <a:ea typeface="微软雅黑"/>
                <a:cs typeface="微软雅黑"/>
                <a:sym typeface="微软雅黑"/>
              </a:defRPr>
            </a:lvl1pPr>
          </a:lstStyle>
          <a:p>
            <a:r>
              <a:t>第四部分</a:t>
            </a:r>
          </a:p>
        </p:txBody>
      </p:sp>
      <p:sp>
        <p:nvSpPr>
          <p:cNvPr id="63" name="文本框 8"/>
          <p:cNvSpPr txBox="1"/>
          <p:nvPr/>
        </p:nvSpPr>
        <p:spPr>
          <a:xfrm>
            <a:off x="4240955" y="1538287"/>
            <a:ext cx="2121093" cy="684803"/>
          </a:xfrm>
          <a:prstGeom prst="rect">
            <a:avLst/>
          </a:prstGeom>
          <a:noFill/>
          <a:ln w="12700" cap="flat">
            <a:noFill/>
            <a:miter lim="400000"/>
          </a:ln>
          <a:effectLst/>
          <a:extLst>
            <a:ext uri="{C572A759-6A51-4108-AA02-DFA0A04FC94B}"/>
          </a:extLst>
        </p:spPr>
        <p:txBody>
          <a:bodyPr wrap="none" lIns="34290" tIns="34290" rIns="34290" bIns="34290" numCol="1" anchor="t">
            <a:spAutoFit/>
          </a:bodyPr>
          <a:lstStyle>
            <a:lvl1pPr>
              <a:defRPr sz="2400" b="1">
                <a:solidFill>
                  <a:srgbClr val="404040"/>
                </a:solidFill>
                <a:latin typeface="微软雅黑"/>
                <a:ea typeface="微软雅黑"/>
                <a:cs typeface="微软雅黑"/>
                <a:sym typeface="微软雅黑"/>
              </a:defRPr>
            </a:lvl1pPr>
          </a:lstStyle>
          <a:p>
            <a:pPr>
              <a:buClrTx/>
              <a:buSzTx/>
              <a:buFontTx/>
              <a:buNone/>
            </a:pPr>
            <a:r>
              <a:rPr lang="zh-CN" altLang="en-US" sz="4000" dirty="0"/>
              <a:t>进度安排</a:t>
            </a:r>
            <a:endParaRPr dirty="0"/>
          </a:p>
        </p:txBody>
      </p:sp>
      <p:sp>
        <p:nvSpPr>
          <p:cNvPr id="64" name="矩形 9"/>
          <p:cNvSpPr/>
          <p:nvPr/>
        </p:nvSpPr>
        <p:spPr>
          <a:xfrm>
            <a:off x="3825875" y="2932113"/>
            <a:ext cx="5319713" cy="200026"/>
          </a:xfrm>
          <a:prstGeom prst="rect">
            <a:avLst/>
          </a:prstGeom>
          <a:solidFill>
            <a:srgbClr val="414455"/>
          </a:solidFill>
          <a:ln w="12700">
            <a:miter lim="400000"/>
          </a:ln>
        </p:spPr>
        <p:txBody>
          <a:bodyPr lIns="45719" rIns="45719" anchor="ctr"/>
          <a:lstStyle/>
          <a:p>
            <a:pPr algn="ctr">
              <a:defRPr>
                <a:solidFill>
                  <a:srgbClr val="FFFFFF"/>
                </a:solidFill>
              </a:defRPr>
            </a:pPr>
            <a:endParaRPr/>
          </a:p>
        </p:txBody>
      </p:sp>
      <p:sp>
        <p:nvSpPr>
          <p:cNvPr id="65" name="矩形 10"/>
          <p:cNvSpPr/>
          <p:nvPr/>
        </p:nvSpPr>
        <p:spPr>
          <a:xfrm>
            <a:off x="3301999" y="1350962"/>
            <a:ext cx="306390" cy="1187451"/>
          </a:xfrm>
          <a:prstGeom prst="rect">
            <a:avLst/>
          </a:prstGeom>
          <a:solidFill>
            <a:srgbClr val="414455"/>
          </a:solidFill>
          <a:ln w="12700">
            <a:miter lim="400000"/>
          </a:ln>
        </p:spPr>
        <p:txBody>
          <a:bodyPr lIns="45719" rIns="45719" anchor="ctr"/>
          <a:lstStyle/>
          <a:p>
            <a:pPr algn="ctr">
              <a:defRPr>
                <a:solidFill>
                  <a:srgbClr val="FFFFFF"/>
                </a:solidFill>
              </a:defRPr>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Tn>
                        </p:par>
                        <p:par>
                          <p:cTn id="5" fill="hold">
                            <p:stCondLst>
                              <p:cond delay="0"/>
                            </p:stCondLst>
                            <p:childTnLst>
                              <p:par>
                                <p:cTn id="6" presetID="22" presetClass="entr" presetSubtype="8" fill="hold" nodeType="afterEffect">
                                  <p:stCondLst>
                                    <p:cond delay="0"/>
                                  </p:stCondLst>
                                  <p:iterate>
                                    <p:tmAbs val="0"/>
                                  </p:iterate>
                                  <p:childTnLst>
                                    <p:set>
                                      <p:cBhvr>
                                        <p:cTn id="7" fill="hold"/>
                                        <p:tgtEl>
                                          <p:spTgt spid="61"/>
                                        </p:tgtEl>
                                        <p:attrNameLst>
                                          <p:attrName>style.visibility</p:attrName>
                                        </p:attrNameLst>
                                      </p:cBhvr>
                                      <p:to>
                                        <p:strVal val="visible"/>
                                      </p:to>
                                    </p:set>
                                    <p:animEffect transition="in" filter="wipe(left)">
                                      <p:cBhvr>
                                        <p:cTn id="8" dur="500"/>
                                        <p:tgtEl>
                                          <p:spTgt spid="61"/>
                                        </p:tgtEl>
                                      </p:cBhvr>
                                    </p:animEffect>
                                  </p:childTnLst>
                                </p:cTn>
                              </p:par>
                            </p:childTnLst>
                          </p:cTn>
                        </p:par>
                        <p:par>
                          <p:cTn id="9" fill="hold">
                            <p:stCondLst>
                              <p:cond delay="0"/>
                            </p:stCondLst>
                            <p:childTnLst>
                              <p:par>
                                <p:cTn id="10" presetID="2" presetClass="entr" presetSubtype="1" fill="hold" nodeType="afterEffect">
                                  <p:stCondLst>
                                    <p:cond delay="300"/>
                                  </p:stCondLst>
                                  <p:iterate>
                                    <p:tmAbs val="0"/>
                                  </p:iterate>
                                  <p:childTnLst>
                                    <p:set>
                                      <p:cBhvr>
                                        <p:cTn id="11" fill="hold"/>
                                        <p:tgtEl>
                                          <p:spTgt spid="65"/>
                                        </p:tgtEl>
                                        <p:attrNameLst>
                                          <p:attrName>style.visibility</p:attrName>
                                        </p:attrNameLst>
                                      </p:cBhvr>
                                      <p:to>
                                        <p:strVal val="visible"/>
                                      </p:to>
                                    </p:set>
                                    <p:anim calcmode="lin" valueType="num">
                                      <p:cBhvr>
                                        <p:cTn id="12" dur="400" fill="hold"/>
                                        <p:tgtEl>
                                          <p:spTgt spid="65"/>
                                        </p:tgtEl>
                                        <p:attrNameLst>
                                          <p:attrName>ppt_x</p:attrName>
                                        </p:attrNameLst>
                                      </p:cBhvr>
                                      <p:tavLst>
                                        <p:tav tm="0">
                                          <p:val>
                                            <p:strVal val="#ppt_x"/>
                                          </p:val>
                                        </p:tav>
                                        <p:tav tm="100000">
                                          <p:val>
                                            <p:strVal val="#ppt_x"/>
                                          </p:val>
                                        </p:tav>
                                      </p:tavLst>
                                    </p:anim>
                                    <p:anim calcmode="lin" valueType="num">
                                      <p:cBhvr>
                                        <p:cTn id="13" dur="400" fill="hold"/>
                                        <p:tgtEl>
                                          <p:spTgt spid="65"/>
                                        </p:tgtEl>
                                        <p:attrNameLst>
                                          <p:attrName>ppt_y</p:attrName>
                                        </p:attrNameLst>
                                      </p:cBhvr>
                                      <p:tavLst>
                                        <p:tav tm="0">
                                          <p:val>
                                            <p:strVal val="0-#ppt_h/2"/>
                                          </p:val>
                                        </p:tav>
                                        <p:tav tm="100000">
                                          <p:val>
                                            <p:strVal val="#ppt_y"/>
                                          </p:val>
                                        </p:tav>
                                      </p:tavLst>
                                    </p:anim>
                                  </p:childTnLst>
                                </p:cTn>
                              </p:par>
                            </p:childTnLst>
                          </p:cTn>
                        </p:par>
                        <p:par>
                          <p:cTn id="14" fill="hold">
                            <p:stCondLst>
                              <p:cond delay="0"/>
                            </p:stCondLst>
                            <p:childTnLst>
                              <p:par>
                                <p:cTn id="15" presetID="22" presetClass="entr" presetSubtype="8" fill="hold" nodeType="afterEffect">
                                  <p:stCondLst>
                                    <p:cond delay="0"/>
                                  </p:stCondLst>
                                  <p:iterate>
                                    <p:tmAbs val="0"/>
                                  </p:iterate>
                                  <p:childTnLst>
                                    <p:set>
                                      <p:cBhvr>
                                        <p:cTn id="16" fill="hold"/>
                                        <p:tgtEl>
                                          <p:spTgt spid="64"/>
                                        </p:tgtEl>
                                        <p:attrNameLst>
                                          <p:attrName>style.visibility</p:attrName>
                                        </p:attrNameLst>
                                      </p:cBhvr>
                                      <p:to>
                                        <p:strVal val="visible"/>
                                      </p:to>
                                    </p:set>
                                    <p:animEffect transition="in" filter="wipe(left)">
                                      <p:cBhvr>
                                        <p:cTn id="17" dur="500"/>
                                        <p:tgtEl>
                                          <p:spTgt spid="64"/>
                                        </p:tgtEl>
                                      </p:cBhvr>
                                    </p:animEffect>
                                  </p:childTnLst>
                                </p:cTn>
                              </p:par>
                            </p:childTnLst>
                          </p:cTn>
                        </p:par>
                      </p:childTnLst>
                    </p:cTn>
                  </p:par>
                </p:childTnLst>
              </p:cTn>
              <p:prevCondLst>
                <p:cond evt="onPrev" delay="0"/>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空心弧 1"/>
          <p:cNvSpPr/>
          <p:nvPr/>
        </p:nvSpPr>
        <p:spPr>
          <a:xfrm rot="5400000">
            <a:off x="7182505" y="1754002"/>
            <a:ext cx="1985309" cy="1105607"/>
          </a:xfrm>
          <a:custGeom>
            <a:avLst/>
            <a:gdLst/>
            <a:ahLst/>
            <a:cxnLst>
              <a:cxn ang="0">
                <a:pos x="wd2" y="hd2"/>
              </a:cxn>
              <a:cxn ang="5400000">
                <a:pos x="wd2" y="hd2"/>
              </a:cxn>
              <a:cxn ang="10800000">
                <a:pos x="wd2" y="hd2"/>
              </a:cxn>
              <a:cxn ang="16200000">
                <a:pos x="wd2" y="hd2"/>
              </a:cxn>
            </a:cxnLst>
            <a:rect l="0" t="0" r="r" b="b"/>
            <a:pathLst>
              <a:path w="21600" h="21312" extrusionOk="0">
                <a:moveTo>
                  <a:pt x="0" y="21116"/>
                </a:moveTo>
                <a:cubicBezTo>
                  <a:pt x="147" y="9163"/>
                  <a:pt x="5101" y="-288"/>
                  <a:pt x="11066" y="7"/>
                </a:cubicBezTo>
                <a:cubicBezTo>
                  <a:pt x="16856" y="293"/>
                  <a:pt x="21503" y="9682"/>
                  <a:pt x="21600" y="21290"/>
                </a:cubicBezTo>
                <a:lnTo>
                  <a:pt x="20929" y="21312"/>
                </a:lnTo>
                <a:lnTo>
                  <a:pt x="20929" y="21312"/>
                </a:lnTo>
                <a:cubicBezTo>
                  <a:pt x="20835" y="10100"/>
                  <a:pt x="16225" y="1162"/>
                  <a:pt x="10630" y="1349"/>
                </a:cubicBezTo>
                <a:cubicBezTo>
                  <a:pt x="5199" y="1530"/>
                  <a:pt x="805" y="10266"/>
                  <a:pt x="671" y="21150"/>
                </a:cubicBezTo>
                <a:close/>
              </a:path>
            </a:pathLst>
          </a:custGeom>
          <a:solidFill>
            <a:srgbClr val="414455">
              <a:alpha val="80000"/>
            </a:srgbClr>
          </a:solidFill>
          <a:ln w="12700">
            <a:miter lim="400000"/>
          </a:ln>
        </p:spPr>
        <p:txBody>
          <a:bodyPr lIns="45719" rIns="45719" anchor="ctr"/>
          <a:lstStyle/>
          <a:p>
            <a:pPr algn="ctr">
              <a:defRPr>
                <a:solidFill>
                  <a:srgbClr val="262626"/>
                </a:solidFill>
                <a:latin typeface="微软雅黑"/>
                <a:ea typeface="微软雅黑"/>
                <a:cs typeface="微软雅黑"/>
                <a:sym typeface="微软雅黑"/>
              </a:defRPr>
            </a:pPr>
            <a:endParaRPr/>
          </a:p>
        </p:txBody>
      </p:sp>
      <p:sp>
        <p:nvSpPr>
          <p:cNvPr id="134" name="右箭头 4"/>
          <p:cNvSpPr/>
          <p:nvPr/>
        </p:nvSpPr>
        <p:spPr>
          <a:xfrm flipH="1">
            <a:off x="1652920" y="3193449"/>
            <a:ext cx="1077912" cy="109538"/>
          </a:xfrm>
          <a:prstGeom prst="rightArrow">
            <a:avLst>
              <a:gd name="adj1" fmla="val 50000"/>
              <a:gd name="adj2" fmla="val 72226"/>
            </a:avLst>
          </a:prstGeom>
          <a:solidFill>
            <a:srgbClr val="414455">
              <a:alpha val="80000"/>
            </a:srgbClr>
          </a:solidFill>
          <a:ln w="12700">
            <a:miter lim="400000"/>
          </a:ln>
        </p:spPr>
        <p:txBody>
          <a:bodyPr lIns="45719" rIns="45719" anchor="ctr"/>
          <a:lstStyle/>
          <a:p>
            <a:pPr algn="ctr">
              <a:defRPr>
                <a:solidFill>
                  <a:srgbClr val="262626"/>
                </a:solidFill>
                <a:latin typeface="微软雅黑"/>
                <a:ea typeface="微软雅黑"/>
                <a:cs typeface="微软雅黑"/>
                <a:sym typeface="微软雅黑"/>
              </a:defRPr>
            </a:pPr>
            <a:endParaRPr/>
          </a:p>
        </p:txBody>
      </p:sp>
      <p:sp>
        <p:nvSpPr>
          <p:cNvPr id="135" name="右箭头 5"/>
          <p:cNvSpPr/>
          <p:nvPr/>
        </p:nvSpPr>
        <p:spPr>
          <a:xfrm>
            <a:off x="1651332" y="1255713"/>
            <a:ext cx="1077912" cy="111125"/>
          </a:xfrm>
          <a:prstGeom prst="rightArrow">
            <a:avLst>
              <a:gd name="adj1" fmla="val 50000"/>
              <a:gd name="adj2" fmla="val 72226"/>
            </a:avLst>
          </a:prstGeom>
          <a:solidFill>
            <a:srgbClr val="414455">
              <a:alpha val="80000"/>
            </a:srgbClr>
          </a:solidFill>
          <a:ln w="12700">
            <a:miter lim="400000"/>
          </a:ln>
        </p:spPr>
        <p:txBody>
          <a:bodyPr lIns="45719" rIns="45719" anchor="ctr"/>
          <a:lstStyle/>
          <a:p>
            <a:pPr algn="ctr">
              <a:defRPr>
                <a:solidFill>
                  <a:srgbClr val="262626"/>
                </a:solidFill>
                <a:latin typeface="微软雅黑"/>
                <a:ea typeface="微软雅黑"/>
                <a:cs typeface="微软雅黑"/>
                <a:sym typeface="微软雅黑"/>
              </a:defRPr>
            </a:pPr>
            <a:endParaRPr/>
          </a:p>
        </p:txBody>
      </p:sp>
      <p:grpSp>
        <p:nvGrpSpPr>
          <p:cNvPr id="136" name="组合 6"/>
          <p:cNvGrpSpPr/>
          <p:nvPr/>
        </p:nvGrpSpPr>
        <p:grpSpPr>
          <a:xfrm>
            <a:off x="784553" y="958660"/>
            <a:ext cx="839788" cy="839788"/>
            <a:chOff x="0" y="0"/>
            <a:chExt cx="839787" cy="839787"/>
          </a:xfrm>
        </p:grpSpPr>
        <p:sp>
          <p:nvSpPr>
            <p:cNvPr id="137" name="椭圆 7"/>
            <p:cNvSpPr/>
            <p:nvPr/>
          </p:nvSpPr>
          <p:spPr>
            <a:xfrm>
              <a:off x="0" y="0"/>
              <a:ext cx="839788" cy="839788"/>
            </a:xfrm>
            <a:prstGeom prst="ellipse">
              <a:avLst/>
            </a:prstGeom>
            <a:solidFill>
              <a:srgbClr val="414455"/>
            </a:solidFill>
            <a:ln w="12700" cap="flat">
              <a:noFill/>
              <a:miter lim="400000"/>
            </a:ln>
            <a:effectLst/>
          </p:spPr>
          <p:txBody>
            <a:bodyPr wrap="square" lIns="45719" tIns="45719" rIns="45719" bIns="45719" numCol="1" anchor="ctr">
              <a:noAutofit/>
            </a:bodyPr>
            <a:lstStyle/>
            <a:p>
              <a:pPr algn="ctr">
                <a:defRPr>
                  <a:solidFill>
                    <a:srgbClr val="262626"/>
                  </a:solidFill>
                  <a:latin typeface="微软雅黑"/>
                  <a:ea typeface="微软雅黑"/>
                  <a:cs typeface="微软雅黑"/>
                  <a:sym typeface="微软雅黑"/>
                </a:defRPr>
              </a:pPr>
              <a:endParaRPr/>
            </a:p>
          </p:txBody>
        </p:sp>
        <p:sp>
          <p:nvSpPr>
            <p:cNvPr id="138" name="Freeform 13"/>
            <p:cNvSpPr/>
            <p:nvPr/>
          </p:nvSpPr>
          <p:spPr>
            <a:xfrm>
              <a:off x="182561" y="131763"/>
              <a:ext cx="474665" cy="546101"/>
            </a:xfrm>
            <a:custGeom>
              <a:avLst/>
              <a:gdLst/>
              <a:ahLst/>
              <a:cxnLst>
                <a:cxn ang="0">
                  <a:pos x="wd2" y="hd2"/>
                </a:cxn>
                <a:cxn ang="5400000">
                  <a:pos x="wd2" y="hd2"/>
                </a:cxn>
                <a:cxn ang="10800000">
                  <a:pos x="wd2" y="hd2"/>
                </a:cxn>
                <a:cxn ang="16200000">
                  <a:pos x="wd2" y="hd2"/>
                </a:cxn>
              </a:cxnLst>
              <a:rect l="0" t="0" r="r" b="b"/>
              <a:pathLst>
                <a:path w="21600" h="21600" extrusionOk="0">
                  <a:moveTo>
                    <a:pt x="5745" y="8600"/>
                  </a:moveTo>
                  <a:cubicBezTo>
                    <a:pt x="5285" y="8600"/>
                    <a:pt x="5055" y="8400"/>
                    <a:pt x="4826" y="8200"/>
                  </a:cubicBezTo>
                  <a:cubicBezTo>
                    <a:pt x="4826" y="7800"/>
                    <a:pt x="5055" y="7400"/>
                    <a:pt x="5285" y="7400"/>
                  </a:cubicBezTo>
                  <a:cubicBezTo>
                    <a:pt x="5745" y="7200"/>
                    <a:pt x="6204" y="7400"/>
                    <a:pt x="6204" y="7800"/>
                  </a:cubicBezTo>
                  <a:cubicBezTo>
                    <a:pt x="6434" y="8200"/>
                    <a:pt x="6204" y="8600"/>
                    <a:pt x="5745" y="8600"/>
                  </a:cubicBezTo>
                  <a:close/>
                  <a:moveTo>
                    <a:pt x="11949" y="4800"/>
                  </a:moveTo>
                  <a:cubicBezTo>
                    <a:pt x="11030" y="4800"/>
                    <a:pt x="10340" y="5200"/>
                    <a:pt x="10340" y="6000"/>
                  </a:cubicBezTo>
                  <a:cubicBezTo>
                    <a:pt x="10340" y="6800"/>
                    <a:pt x="11030" y="7400"/>
                    <a:pt x="11949" y="7400"/>
                  </a:cubicBezTo>
                  <a:cubicBezTo>
                    <a:pt x="12868" y="7400"/>
                    <a:pt x="13557" y="6800"/>
                    <a:pt x="13557" y="6000"/>
                  </a:cubicBezTo>
                  <a:cubicBezTo>
                    <a:pt x="13557" y="5200"/>
                    <a:pt x="12868" y="4800"/>
                    <a:pt x="11949" y="4800"/>
                  </a:cubicBezTo>
                  <a:close/>
                  <a:moveTo>
                    <a:pt x="21600" y="12200"/>
                  </a:moveTo>
                  <a:cubicBezTo>
                    <a:pt x="21370" y="11600"/>
                    <a:pt x="21370" y="11600"/>
                    <a:pt x="21370" y="11600"/>
                  </a:cubicBezTo>
                  <a:cubicBezTo>
                    <a:pt x="21140" y="11200"/>
                    <a:pt x="21140" y="11200"/>
                    <a:pt x="21140" y="11200"/>
                  </a:cubicBezTo>
                  <a:cubicBezTo>
                    <a:pt x="21140" y="10800"/>
                    <a:pt x="21140" y="10800"/>
                    <a:pt x="21140" y="10800"/>
                  </a:cubicBezTo>
                  <a:cubicBezTo>
                    <a:pt x="20911" y="10400"/>
                    <a:pt x="20911" y="10400"/>
                    <a:pt x="20911" y="10400"/>
                  </a:cubicBezTo>
                  <a:cubicBezTo>
                    <a:pt x="20681" y="10000"/>
                    <a:pt x="20681" y="10000"/>
                    <a:pt x="20681" y="10000"/>
                  </a:cubicBezTo>
                  <a:cubicBezTo>
                    <a:pt x="20451" y="9600"/>
                    <a:pt x="20451" y="9600"/>
                    <a:pt x="20451" y="9600"/>
                  </a:cubicBezTo>
                  <a:cubicBezTo>
                    <a:pt x="20451" y="9200"/>
                    <a:pt x="20451" y="9200"/>
                    <a:pt x="20451" y="9200"/>
                  </a:cubicBezTo>
                  <a:cubicBezTo>
                    <a:pt x="20221" y="8800"/>
                    <a:pt x="20221" y="8800"/>
                    <a:pt x="20221" y="8800"/>
                  </a:cubicBezTo>
                  <a:cubicBezTo>
                    <a:pt x="20221" y="8600"/>
                    <a:pt x="20221" y="8600"/>
                    <a:pt x="20221" y="8600"/>
                  </a:cubicBezTo>
                  <a:cubicBezTo>
                    <a:pt x="20451" y="8600"/>
                    <a:pt x="20451" y="8600"/>
                    <a:pt x="20451" y="8600"/>
                  </a:cubicBezTo>
                  <a:cubicBezTo>
                    <a:pt x="20451" y="8400"/>
                    <a:pt x="20451" y="8400"/>
                    <a:pt x="20451" y="8400"/>
                  </a:cubicBezTo>
                  <a:cubicBezTo>
                    <a:pt x="20451" y="8200"/>
                    <a:pt x="20451" y="8200"/>
                    <a:pt x="20451" y="8200"/>
                  </a:cubicBezTo>
                  <a:cubicBezTo>
                    <a:pt x="20451" y="7800"/>
                    <a:pt x="20451" y="7800"/>
                    <a:pt x="20451" y="7800"/>
                  </a:cubicBezTo>
                  <a:cubicBezTo>
                    <a:pt x="20451" y="7400"/>
                    <a:pt x="20451" y="7400"/>
                    <a:pt x="20451" y="7400"/>
                  </a:cubicBezTo>
                  <a:cubicBezTo>
                    <a:pt x="20221" y="7200"/>
                    <a:pt x="20221" y="7200"/>
                    <a:pt x="20221" y="7200"/>
                  </a:cubicBezTo>
                  <a:cubicBezTo>
                    <a:pt x="19991" y="6800"/>
                    <a:pt x="19991" y="6800"/>
                    <a:pt x="19991" y="6800"/>
                  </a:cubicBezTo>
                  <a:cubicBezTo>
                    <a:pt x="19991" y="6400"/>
                    <a:pt x="19991" y="6400"/>
                    <a:pt x="19991" y="6400"/>
                  </a:cubicBezTo>
                  <a:cubicBezTo>
                    <a:pt x="19762" y="6000"/>
                    <a:pt x="19762" y="6000"/>
                    <a:pt x="19762" y="6000"/>
                  </a:cubicBezTo>
                  <a:cubicBezTo>
                    <a:pt x="19762" y="5800"/>
                    <a:pt x="19762" y="5800"/>
                    <a:pt x="19762" y="5800"/>
                  </a:cubicBezTo>
                  <a:cubicBezTo>
                    <a:pt x="19532" y="5400"/>
                    <a:pt x="19532" y="5400"/>
                    <a:pt x="19532" y="5400"/>
                  </a:cubicBezTo>
                  <a:cubicBezTo>
                    <a:pt x="19302" y="5000"/>
                    <a:pt x="19302" y="5000"/>
                    <a:pt x="19302" y="5000"/>
                  </a:cubicBezTo>
                  <a:cubicBezTo>
                    <a:pt x="19072" y="4800"/>
                    <a:pt x="19072" y="4800"/>
                    <a:pt x="19072" y="4800"/>
                  </a:cubicBezTo>
                  <a:cubicBezTo>
                    <a:pt x="19072" y="4400"/>
                    <a:pt x="19072" y="4400"/>
                    <a:pt x="19072" y="4400"/>
                  </a:cubicBezTo>
                  <a:cubicBezTo>
                    <a:pt x="19532" y="4200"/>
                    <a:pt x="19532" y="4200"/>
                    <a:pt x="19532" y="4200"/>
                  </a:cubicBezTo>
                  <a:cubicBezTo>
                    <a:pt x="19302" y="3800"/>
                    <a:pt x="19302" y="3800"/>
                    <a:pt x="19302" y="3800"/>
                  </a:cubicBezTo>
                  <a:cubicBezTo>
                    <a:pt x="19072" y="3600"/>
                    <a:pt x="19072" y="3600"/>
                    <a:pt x="19072" y="3600"/>
                  </a:cubicBezTo>
                  <a:cubicBezTo>
                    <a:pt x="18843" y="3200"/>
                    <a:pt x="18843" y="3200"/>
                    <a:pt x="18843" y="3200"/>
                  </a:cubicBezTo>
                  <a:cubicBezTo>
                    <a:pt x="18613" y="3000"/>
                    <a:pt x="18613" y="3000"/>
                    <a:pt x="18613" y="3000"/>
                  </a:cubicBezTo>
                  <a:cubicBezTo>
                    <a:pt x="18383" y="2800"/>
                    <a:pt x="18383" y="2800"/>
                    <a:pt x="18383" y="2800"/>
                  </a:cubicBezTo>
                  <a:cubicBezTo>
                    <a:pt x="18153" y="2600"/>
                    <a:pt x="18153" y="2600"/>
                    <a:pt x="18153" y="2600"/>
                  </a:cubicBezTo>
                  <a:cubicBezTo>
                    <a:pt x="17923" y="2400"/>
                    <a:pt x="17923" y="2400"/>
                    <a:pt x="17923" y="2400"/>
                  </a:cubicBezTo>
                  <a:cubicBezTo>
                    <a:pt x="17694" y="2200"/>
                    <a:pt x="17694" y="2200"/>
                    <a:pt x="17694" y="2200"/>
                  </a:cubicBezTo>
                  <a:cubicBezTo>
                    <a:pt x="17464" y="2000"/>
                    <a:pt x="17464" y="2000"/>
                    <a:pt x="17464" y="2000"/>
                  </a:cubicBezTo>
                  <a:cubicBezTo>
                    <a:pt x="18153" y="1800"/>
                    <a:pt x="18153" y="1800"/>
                    <a:pt x="18153" y="1800"/>
                  </a:cubicBezTo>
                  <a:cubicBezTo>
                    <a:pt x="17923" y="1600"/>
                    <a:pt x="17923" y="1600"/>
                    <a:pt x="17923" y="1600"/>
                  </a:cubicBezTo>
                  <a:cubicBezTo>
                    <a:pt x="17464" y="1400"/>
                    <a:pt x="17464" y="1400"/>
                    <a:pt x="17464" y="1400"/>
                  </a:cubicBezTo>
                  <a:cubicBezTo>
                    <a:pt x="17234" y="1400"/>
                    <a:pt x="17234" y="1400"/>
                    <a:pt x="17234" y="1400"/>
                  </a:cubicBezTo>
                  <a:cubicBezTo>
                    <a:pt x="17004" y="1200"/>
                    <a:pt x="17004" y="1200"/>
                    <a:pt x="17004" y="1200"/>
                  </a:cubicBezTo>
                  <a:cubicBezTo>
                    <a:pt x="16774" y="1000"/>
                    <a:pt x="16774" y="1000"/>
                    <a:pt x="16774" y="1000"/>
                  </a:cubicBezTo>
                  <a:cubicBezTo>
                    <a:pt x="16545" y="1000"/>
                    <a:pt x="16545" y="1000"/>
                    <a:pt x="16545" y="1000"/>
                  </a:cubicBezTo>
                  <a:cubicBezTo>
                    <a:pt x="16085" y="800"/>
                    <a:pt x="16085" y="800"/>
                    <a:pt x="16085" y="800"/>
                  </a:cubicBezTo>
                  <a:cubicBezTo>
                    <a:pt x="15855" y="800"/>
                    <a:pt x="15855" y="800"/>
                    <a:pt x="15855" y="800"/>
                  </a:cubicBezTo>
                  <a:cubicBezTo>
                    <a:pt x="15626" y="600"/>
                    <a:pt x="15626" y="600"/>
                    <a:pt x="15626" y="600"/>
                  </a:cubicBezTo>
                  <a:cubicBezTo>
                    <a:pt x="15166" y="600"/>
                    <a:pt x="15166" y="600"/>
                    <a:pt x="15166" y="600"/>
                  </a:cubicBezTo>
                  <a:cubicBezTo>
                    <a:pt x="14936" y="400"/>
                    <a:pt x="14936" y="400"/>
                    <a:pt x="14936" y="400"/>
                  </a:cubicBezTo>
                  <a:cubicBezTo>
                    <a:pt x="14477" y="400"/>
                    <a:pt x="14477" y="400"/>
                    <a:pt x="14477" y="400"/>
                  </a:cubicBezTo>
                  <a:cubicBezTo>
                    <a:pt x="14017" y="200"/>
                    <a:pt x="14017" y="200"/>
                    <a:pt x="14017" y="200"/>
                  </a:cubicBezTo>
                  <a:cubicBezTo>
                    <a:pt x="13787" y="200"/>
                    <a:pt x="13787" y="200"/>
                    <a:pt x="13787" y="200"/>
                  </a:cubicBezTo>
                  <a:cubicBezTo>
                    <a:pt x="13328" y="200"/>
                    <a:pt x="13328" y="200"/>
                    <a:pt x="13328" y="200"/>
                  </a:cubicBezTo>
                  <a:cubicBezTo>
                    <a:pt x="12868" y="0"/>
                    <a:pt x="12868" y="0"/>
                    <a:pt x="12868" y="0"/>
                  </a:cubicBezTo>
                  <a:cubicBezTo>
                    <a:pt x="12638" y="0"/>
                    <a:pt x="12638" y="0"/>
                    <a:pt x="12638" y="0"/>
                  </a:cubicBezTo>
                  <a:cubicBezTo>
                    <a:pt x="12179" y="0"/>
                    <a:pt x="12179" y="0"/>
                    <a:pt x="12179" y="0"/>
                  </a:cubicBezTo>
                  <a:cubicBezTo>
                    <a:pt x="11719" y="0"/>
                    <a:pt x="11719" y="0"/>
                    <a:pt x="11719" y="0"/>
                  </a:cubicBezTo>
                  <a:cubicBezTo>
                    <a:pt x="11489" y="0"/>
                    <a:pt x="11489" y="0"/>
                    <a:pt x="11489" y="0"/>
                  </a:cubicBezTo>
                  <a:cubicBezTo>
                    <a:pt x="11030" y="0"/>
                    <a:pt x="11030" y="0"/>
                    <a:pt x="11030" y="0"/>
                  </a:cubicBezTo>
                  <a:cubicBezTo>
                    <a:pt x="10570" y="0"/>
                    <a:pt x="10570" y="0"/>
                    <a:pt x="10570" y="0"/>
                  </a:cubicBezTo>
                  <a:cubicBezTo>
                    <a:pt x="10340" y="0"/>
                    <a:pt x="10340" y="0"/>
                    <a:pt x="10340" y="0"/>
                  </a:cubicBezTo>
                  <a:cubicBezTo>
                    <a:pt x="9881" y="0"/>
                    <a:pt x="9881" y="0"/>
                    <a:pt x="9881" y="0"/>
                  </a:cubicBezTo>
                  <a:cubicBezTo>
                    <a:pt x="9421" y="0"/>
                    <a:pt x="9421" y="0"/>
                    <a:pt x="9421" y="0"/>
                  </a:cubicBezTo>
                  <a:cubicBezTo>
                    <a:pt x="9191" y="0"/>
                    <a:pt x="9191" y="0"/>
                    <a:pt x="9191" y="0"/>
                  </a:cubicBezTo>
                  <a:cubicBezTo>
                    <a:pt x="8732" y="200"/>
                    <a:pt x="8732" y="200"/>
                    <a:pt x="8732" y="200"/>
                  </a:cubicBezTo>
                  <a:cubicBezTo>
                    <a:pt x="8272" y="200"/>
                    <a:pt x="8272" y="200"/>
                    <a:pt x="8272" y="200"/>
                  </a:cubicBezTo>
                  <a:cubicBezTo>
                    <a:pt x="8043" y="200"/>
                    <a:pt x="8043" y="200"/>
                    <a:pt x="8043" y="200"/>
                  </a:cubicBezTo>
                  <a:cubicBezTo>
                    <a:pt x="7583" y="400"/>
                    <a:pt x="7583" y="400"/>
                    <a:pt x="7583" y="400"/>
                  </a:cubicBezTo>
                  <a:cubicBezTo>
                    <a:pt x="7123" y="400"/>
                    <a:pt x="7123" y="400"/>
                    <a:pt x="7123" y="400"/>
                  </a:cubicBezTo>
                  <a:cubicBezTo>
                    <a:pt x="6664" y="600"/>
                    <a:pt x="6664" y="600"/>
                    <a:pt x="6664" y="600"/>
                  </a:cubicBezTo>
                  <a:cubicBezTo>
                    <a:pt x="6434" y="600"/>
                    <a:pt x="6434" y="600"/>
                    <a:pt x="6434" y="600"/>
                  </a:cubicBezTo>
                  <a:cubicBezTo>
                    <a:pt x="5974" y="800"/>
                    <a:pt x="5974" y="800"/>
                    <a:pt x="5974" y="800"/>
                  </a:cubicBezTo>
                  <a:cubicBezTo>
                    <a:pt x="5515" y="800"/>
                    <a:pt x="5515" y="800"/>
                    <a:pt x="5515" y="800"/>
                  </a:cubicBezTo>
                  <a:cubicBezTo>
                    <a:pt x="5285" y="1000"/>
                    <a:pt x="5285" y="1000"/>
                    <a:pt x="5285" y="1000"/>
                  </a:cubicBezTo>
                  <a:cubicBezTo>
                    <a:pt x="4826" y="1200"/>
                    <a:pt x="4826" y="1200"/>
                    <a:pt x="4826" y="1200"/>
                  </a:cubicBezTo>
                  <a:cubicBezTo>
                    <a:pt x="4596" y="1400"/>
                    <a:pt x="4596" y="1400"/>
                    <a:pt x="4596" y="1400"/>
                  </a:cubicBezTo>
                  <a:cubicBezTo>
                    <a:pt x="4136" y="1600"/>
                    <a:pt x="4136" y="1600"/>
                    <a:pt x="4136" y="1600"/>
                  </a:cubicBezTo>
                  <a:cubicBezTo>
                    <a:pt x="3906" y="1800"/>
                    <a:pt x="3906" y="1800"/>
                    <a:pt x="3906" y="1800"/>
                  </a:cubicBezTo>
                  <a:cubicBezTo>
                    <a:pt x="3447" y="2000"/>
                    <a:pt x="3447" y="2000"/>
                    <a:pt x="3447" y="2000"/>
                  </a:cubicBezTo>
                  <a:cubicBezTo>
                    <a:pt x="3217" y="2200"/>
                    <a:pt x="3217" y="2200"/>
                    <a:pt x="3217" y="2200"/>
                  </a:cubicBezTo>
                  <a:cubicBezTo>
                    <a:pt x="2987" y="2400"/>
                    <a:pt x="2987" y="2400"/>
                    <a:pt x="2987" y="2400"/>
                  </a:cubicBezTo>
                  <a:cubicBezTo>
                    <a:pt x="2757" y="2600"/>
                    <a:pt x="2757" y="2600"/>
                    <a:pt x="2757" y="2600"/>
                  </a:cubicBezTo>
                  <a:cubicBezTo>
                    <a:pt x="2298" y="2800"/>
                    <a:pt x="2298" y="2800"/>
                    <a:pt x="2298" y="2800"/>
                  </a:cubicBezTo>
                  <a:cubicBezTo>
                    <a:pt x="2068" y="3000"/>
                    <a:pt x="2068" y="3000"/>
                    <a:pt x="2068" y="3000"/>
                  </a:cubicBezTo>
                  <a:cubicBezTo>
                    <a:pt x="1838" y="3400"/>
                    <a:pt x="1838" y="3400"/>
                    <a:pt x="1838" y="3400"/>
                  </a:cubicBezTo>
                  <a:cubicBezTo>
                    <a:pt x="1609" y="3600"/>
                    <a:pt x="1609" y="3600"/>
                    <a:pt x="1609" y="3600"/>
                  </a:cubicBezTo>
                  <a:cubicBezTo>
                    <a:pt x="1379" y="3800"/>
                    <a:pt x="1379" y="3800"/>
                    <a:pt x="1379" y="3800"/>
                  </a:cubicBezTo>
                  <a:cubicBezTo>
                    <a:pt x="1149" y="4200"/>
                    <a:pt x="1149" y="4200"/>
                    <a:pt x="1149" y="4200"/>
                  </a:cubicBezTo>
                  <a:cubicBezTo>
                    <a:pt x="1149" y="4400"/>
                    <a:pt x="1149" y="4400"/>
                    <a:pt x="1149" y="4400"/>
                  </a:cubicBezTo>
                  <a:cubicBezTo>
                    <a:pt x="919" y="4800"/>
                    <a:pt x="919" y="4800"/>
                    <a:pt x="919" y="4800"/>
                  </a:cubicBezTo>
                  <a:cubicBezTo>
                    <a:pt x="689" y="5000"/>
                    <a:pt x="689" y="5000"/>
                    <a:pt x="689" y="5000"/>
                  </a:cubicBezTo>
                  <a:cubicBezTo>
                    <a:pt x="689" y="5400"/>
                    <a:pt x="689" y="5400"/>
                    <a:pt x="689" y="5400"/>
                  </a:cubicBezTo>
                  <a:cubicBezTo>
                    <a:pt x="460" y="5600"/>
                    <a:pt x="460" y="5600"/>
                    <a:pt x="460" y="5600"/>
                  </a:cubicBezTo>
                  <a:cubicBezTo>
                    <a:pt x="460" y="6000"/>
                    <a:pt x="460" y="6000"/>
                    <a:pt x="460" y="6000"/>
                  </a:cubicBezTo>
                  <a:cubicBezTo>
                    <a:pt x="230" y="6200"/>
                    <a:pt x="230" y="6200"/>
                    <a:pt x="230" y="6200"/>
                  </a:cubicBezTo>
                  <a:cubicBezTo>
                    <a:pt x="230" y="6600"/>
                    <a:pt x="230" y="6600"/>
                    <a:pt x="230" y="6600"/>
                  </a:cubicBezTo>
                  <a:cubicBezTo>
                    <a:pt x="0" y="7200"/>
                    <a:pt x="0" y="7200"/>
                    <a:pt x="0" y="7200"/>
                  </a:cubicBezTo>
                  <a:cubicBezTo>
                    <a:pt x="0" y="8000"/>
                    <a:pt x="0" y="8000"/>
                    <a:pt x="0" y="8000"/>
                  </a:cubicBezTo>
                  <a:cubicBezTo>
                    <a:pt x="0" y="8600"/>
                    <a:pt x="0" y="8600"/>
                    <a:pt x="0" y="8600"/>
                  </a:cubicBezTo>
                  <a:cubicBezTo>
                    <a:pt x="230" y="9200"/>
                    <a:pt x="230" y="9200"/>
                    <a:pt x="230" y="9200"/>
                  </a:cubicBezTo>
                  <a:cubicBezTo>
                    <a:pt x="230" y="9800"/>
                    <a:pt x="230" y="9800"/>
                    <a:pt x="230" y="9800"/>
                  </a:cubicBezTo>
                  <a:cubicBezTo>
                    <a:pt x="460" y="10400"/>
                    <a:pt x="460" y="10400"/>
                    <a:pt x="460" y="10400"/>
                  </a:cubicBezTo>
                  <a:cubicBezTo>
                    <a:pt x="689" y="11200"/>
                    <a:pt x="689" y="11200"/>
                    <a:pt x="689" y="11200"/>
                  </a:cubicBezTo>
                  <a:cubicBezTo>
                    <a:pt x="2528" y="13800"/>
                    <a:pt x="2528" y="13800"/>
                    <a:pt x="2528" y="13800"/>
                  </a:cubicBezTo>
                  <a:cubicBezTo>
                    <a:pt x="5745" y="16600"/>
                    <a:pt x="5515" y="19400"/>
                    <a:pt x="5515" y="19400"/>
                  </a:cubicBezTo>
                  <a:cubicBezTo>
                    <a:pt x="5515" y="20000"/>
                    <a:pt x="5515" y="20000"/>
                    <a:pt x="5515" y="20000"/>
                  </a:cubicBezTo>
                  <a:cubicBezTo>
                    <a:pt x="5515" y="21600"/>
                    <a:pt x="5515" y="21600"/>
                    <a:pt x="5515" y="21600"/>
                  </a:cubicBezTo>
                  <a:cubicBezTo>
                    <a:pt x="16315" y="21600"/>
                    <a:pt x="16315" y="21600"/>
                    <a:pt x="16315" y="21600"/>
                  </a:cubicBezTo>
                  <a:cubicBezTo>
                    <a:pt x="16315" y="21400"/>
                    <a:pt x="16315" y="21400"/>
                    <a:pt x="16315" y="21400"/>
                  </a:cubicBezTo>
                  <a:cubicBezTo>
                    <a:pt x="16315" y="21000"/>
                    <a:pt x="16315" y="21000"/>
                    <a:pt x="16315" y="21000"/>
                  </a:cubicBezTo>
                  <a:cubicBezTo>
                    <a:pt x="16315" y="20400"/>
                    <a:pt x="16315" y="20400"/>
                    <a:pt x="16315" y="20400"/>
                  </a:cubicBezTo>
                  <a:cubicBezTo>
                    <a:pt x="16545" y="19200"/>
                    <a:pt x="16545" y="19200"/>
                    <a:pt x="16545" y="19200"/>
                  </a:cubicBezTo>
                  <a:cubicBezTo>
                    <a:pt x="16545" y="18600"/>
                    <a:pt x="16545" y="18600"/>
                    <a:pt x="16545" y="18600"/>
                  </a:cubicBezTo>
                  <a:cubicBezTo>
                    <a:pt x="16545" y="18400"/>
                    <a:pt x="16545" y="18400"/>
                    <a:pt x="16545" y="18400"/>
                  </a:cubicBezTo>
                  <a:cubicBezTo>
                    <a:pt x="16545" y="18200"/>
                    <a:pt x="16545" y="18200"/>
                    <a:pt x="16545" y="18200"/>
                  </a:cubicBezTo>
                  <a:cubicBezTo>
                    <a:pt x="16774" y="18200"/>
                    <a:pt x="16774" y="18200"/>
                    <a:pt x="16774" y="18200"/>
                  </a:cubicBezTo>
                  <a:cubicBezTo>
                    <a:pt x="16774" y="18000"/>
                    <a:pt x="16774" y="18000"/>
                    <a:pt x="16774" y="18000"/>
                  </a:cubicBezTo>
                  <a:cubicBezTo>
                    <a:pt x="17004" y="18000"/>
                    <a:pt x="17004" y="18000"/>
                    <a:pt x="17004" y="18000"/>
                  </a:cubicBezTo>
                  <a:cubicBezTo>
                    <a:pt x="17004" y="18000"/>
                    <a:pt x="17004" y="18000"/>
                    <a:pt x="17004" y="18000"/>
                  </a:cubicBezTo>
                  <a:cubicBezTo>
                    <a:pt x="17234" y="18000"/>
                    <a:pt x="17234" y="18000"/>
                    <a:pt x="17234" y="18000"/>
                  </a:cubicBezTo>
                  <a:cubicBezTo>
                    <a:pt x="17464" y="17800"/>
                    <a:pt x="17464" y="17800"/>
                    <a:pt x="17464" y="17800"/>
                  </a:cubicBezTo>
                  <a:cubicBezTo>
                    <a:pt x="17694" y="17800"/>
                    <a:pt x="17694" y="17800"/>
                    <a:pt x="17694" y="17800"/>
                  </a:cubicBezTo>
                  <a:cubicBezTo>
                    <a:pt x="17923" y="17800"/>
                    <a:pt x="17923" y="17800"/>
                    <a:pt x="17923" y="17800"/>
                  </a:cubicBezTo>
                  <a:cubicBezTo>
                    <a:pt x="17923" y="17800"/>
                    <a:pt x="17923" y="17800"/>
                    <a:pt x="17923" y="17800"/>
                  </a:cubicBezTo>
                  <a:cubicBezTo>
                    <a:pt x="18153" y="17800"/>
                    <a:pt x="18153" y="17800"/>
                    <a:pt x="18153" y="17800"/>
                  </a:cubicBezTo>
                  <a:cubicBezTo>
                    <a:pt x="18383" y="17800"/>
                    <a:pt x="18383" y="17800"/>
                    <a:pt x="18383" y="17800"/>
                  </a:cubicBezTo>
                  <a:cubicBezTo>
                    <a:pt x="18613" y="18000"/>
                    <a:pt x="18613" y="18000"/>
                    <a:pt x="18613" y="18000"/>
                  </a:cubicBezTo>
                  <a:cubicBezTo>
                    <a:pt x="18613" y="18000"/>
                    <a:pt x="18613" y="18000"/>
                    <a:pt x="18613" y="18000"/>
                  </a:cubicBezTo>
                  <a:cubicBezTo>
                    <a:pt x="18843" y="18000"/>
                    <a:pt x="18843" y="18000"/>
                    <a:pt x="18843" y="18000"/>
                  </a:cubicBezTo>
                  <a:cubicBezTo>
                    <a:pt x="19072" y="18000"/>
                    <a:pt x="19072" y="18000"/>
                    <a:pt x="19072" y="18000"/>
                  </a:cubicBezTo>
                  <a:cubicBezTo>
                    <a:pt x="18613" y="18000"/>
                    <a:pt x="18613" y="18000"/>
                    <a:pt x="18613" y="18000"/>
                  </a:cubicBezTo>
                  <a:cubicBezTo>
                    <a:pt x="18843" y="18000"/>
                    <a:pt x="18843" y="18000"/>
                    <a:pt x="18843" y="18000"/>
                  </a:cubicBezTo>
                  <a:cubicBezTo>
                    <a:pt x="19072" y="18000"/>
                    <a:pt x="19072" y="18000"/>
                    <a:pt x="19072" y="18000"/>
                  </a:cubicBezTo>
                  <a:cubicBezTo>
                    <a:pt x="19302" y="18000"/>
                    <a:pt x="19302" y="18000"/>
                    <a:pt x="19302" y="18000"/>
                  </a:cubicBezTo>
                  <a:cubicBezTo>
                    <a:pt x="19532" y="18000"/>
                    <a:pt x="19532" y="18000"/>
                    <a:pt x="19532" y="18000"/>
                  </a:cubicBezTo>
                  <a:cubicBezTo>
                    <a:pt x="19762" y="18000"/>
                    <a:pt x="19762" y="18000"/>
                    <a:pt x="19762" y="18000"/>
                  </a:cubicBezTo>
                  <a:cubicBezTo>
                    <a:pt x="19762" y="18000"/>
                    <a:pt x="19762" y="18000"/>
                    <a:pt x="19762" y="18000"/>
                  </a:cubicBezTo>
                  <a:cubicBezTo>
                    <a:pt x="19991" y="17800"/>
                    <a:pt x="19991" y="17800"/>
                    <a:pt x="19991" y="17800"/>
                  </a:cubicBezTo>
                  <a:cubicBezTo>
                    <a:pt x="20221" y="17800"/>
                    <a:pt x="20221" y="17800"/>
                    <a:pt x="20221" y="17800"/>
                  </a:cubicBezTo>
                  <a:cubicBezTo>
                    <a:pt x="20221" y="17600"/>
                    <a:pt x="20221" y="17600"/>
                    <a:pt x="20221" y="17600"/>
                  </a:cubicBezTo>
                  <a:cubicBezTo>
                    <a:pt x="20451" y="17600"/>
                    <a:pt x="20451" y="17600"/>
                    <a:pt x="20451" y="17600"/>
                  </a:cubicBezTo>
                  <a:cubicBezTo>
                    <a:pt x="20451" y="17400"/>
                    <a:pt x="20451" y="17400"/>
                    <a:pt x="20451" y="17400"/>
                  </a:cubicBezTo>
                  <a:cubicBezTo>
                    <a:pt x="20451" y="17200"/>
                    <a:pt x="20451" y="17200"/>
                    <a:pt x="20451" y="17200"/>
                  </a:cubicBezTo>
                  <a:cubicBezTo>
                    <a:pt x="20451" y="17000"/>
                    <a:pt x="20451" y="17000"/>
                    <a:pt x="20451" y="17000"/>
                  </a:cubicBezTo>
                  <a:cubicBezTo>
                    <a:pt x="20451" y="16800"/>
                    <a:pt x="20451" y="16800"/>
                    <a:pt x="20451" y="16800"/>
                  </a:cubicBezTo>
                  <a:cubicBezTo>
                    <a:pt x="20451" y="16400"/>
                    <a:pt x="20451" y="16400"/>
                    <a:pt x="20451" y="16400"/>
                  </a:cubicBezTo>
                  <a:cubicBezTo>
                    <a:pt x="20451" y="16400"/>
                    <a:pt x="20451" y="16400"/>
                    <a:pt x="20451" y="16400"/>
                  </a:cubicBezTo>
                  <a:cubicBezTo>
                    <a:pt x="20451" y="16200"/>
                    <a:pt x="20451" y="16200"/>
                    <a:pt x="20451" y="16200"/>
                  </a:cubicBezTo>
                  <a:cubicBezTo>
                    <a:pt x="20681" y="16200"/>
                    <a:pt x="20681" y="16200"/>
                    <a:pt x="20681" y="16200"/>
                  </a:cubicBezTo>
                  <a:cubicBezTo>
                    <a:pt x="20681" y="16000"/>
                    <a:pt x="20681" y="16000"/>
                    <a:pt x="20681" y="16000"/>
                  </a:cubicBezTo>
                  <a:cubicBezTo>
                    <a:pt x="20681" y="16000"/>
                    <a:pt x="20681" y="16000"/>
                    <a:pt x="20681" y="16000"/>
                  </a:cubicBezTo>
                  <a:cubicBezTo>
                    <a:pt x="20681" y="15800"/>
                    <a:pt x="20681" y="15800"/>
                    <a:pt x="20681" y="15800"/>
                  </a:cubicBezTo>
                  <a:cubicBezTo>
                    <a:pt x="20911" y="15800"/>
                    <a:pt x="20911" y="15800"/>
                    <a:pt x="20911" y="15800"/>
                  </a:cubicBezTo>
                  <a:cubicBezTo>
                    <a:pt x="20911" y="15600"/>
                    <a:pt x="20911" y="15600"/>
                    <a:pt x="20911" y="15600"/>
                  </a:cubicBezTo>
                  <a:cubicBezTo>
                    <a:pt x="20911" y="15600"/>
                    <a:pt x="20911" y="15600"/>
                    <a:pt x="20911" y="15600"/>
                  </a:cubicBezTo>
                  <a:cubicBezTo>
                    <a:pt x="20911" y="15400"/>
                    <a:pt x="20911" y="15400"/>
                    <a:pt x="20911" y="15400"/>
                  </a:cubicBezTo>
                  <a:cubicBezTo>
                    <a:pt x="20681" y="15400"/>
                    <a:pt x="20681" y="15400"/>
                    <a:pt x="20681" y="15400"/>
                  </a:cubicBezTo>
                  <a:cubicBezTo>
                    <a:pt x="20681" y="15200"/>
                    <a:pt x="20681" y="15200"/>
                    <a:pt x="20681" y="15200"/>
                  </a:cubicBezTo>
                  <a:cubicBezTo>
                    <a:pt x="20681" y="15200"/>
                    <a:pt x="20681" y="15200"/>
                    <a:pt x="20681" y="15200"/>
                  </a:cubicBezTo>
                  <a:cubicBezTo>
                    <a:pt x="20451" y="15000"/>
                    <a:pt x="20451" y="15000"/>
                    <a:pt x="20451" y="15000"/>
                  </a:cubicBezTo>
                  <a:cubicBezTo>
                    <a:pt x="20451" y="15000"/>
                    <a:pt x="20451" y="15000"/>
                    <a:pt x="20451" y="15000"/>
                  </a:cubicBezTo>
                  <a:cubicBezTo>
                    <a:pt x="20221" y="15000"/>
                    <a:pt x="20221" y="15000"/>
                    <a:pt x="20221" y="15000"/>
                  </a:cubicBezTo>
                  <a:cubicBezTo>
                    <a:pt x="20451" y="14800"/>
                    <a:pt x="20451" y="14800"/>
                    <a:pt x="20451" y="14800"/>
                  </a:cubicBezTo>
                  <a:cubicBezTo>
                    <a:pt x="20451" y="14800"/>
                    <a:pt x="20451" y="14800"/>
                    <a:pt x="20451" y="14800"/>
                  </a:cubicBezTo>
                  <a:cubicBezTo>
                    <a:pt x="20681" y="14600"/>
                    <a:pt x="20681" y="14600"/>
                    <a:pt x="20681" y="14600"/>
                  </a:cubicBezTo>
                  <a:cubicBezTo>
                    <a:pt x="20681" y="14600"/>
                    <a:pt x="20681" y="14600"/>
                    <a:pt x="20681" y="14600"/>
                  </a:cubicBezTo>
                  <a:cubicBezTo>
                    <a:pt x="20911" y="14400"/>
                    <a:pt x="20911" y="14400"/>
                    <a:pt x="20911" y="14400"/>
                  </a:cubicBezTo>
                  <a:cubicBezTo>
                    <a:pt x="20911" y="14400"/>
                    <a:pt x="20911" y="14400"/>
                    <a:pt x="20911" y="14400"/>
                  </a:cubicBezTo>
                  <a:cubicBezTo>
                    <a:pt x="20911" y="14200"/>
                    <a:pt x="20911" y="14200"/>
                    <a:pt x="20911" y="14200"/>
                  </a:cubicBezTo>
                  <a:cubicBezTo>
                    <a:pt x="20911" y="14200"/>
                    <a:pt x="20911" y="14200"/>
                    <a:pt x="20911" y="14200"/>
                  </a:cubicBezTo>
                  <a:cubicBezTo>
                    <a:pt x="20681" y="13800"/>
                    <a:pt x="20681" y="13800"/>
                    <a:pt x="20681" y="13800"/>
                  </a:cubicBezTo>
                  <a:cubicBezTo>
                    <a:pt x="20681" y="13400"/>
                    <a:pt x="20681" y="13400"/>
                    <a:pt x="20681" y="13400"/>
                  </a:cubicBezTo>
                  <a:cubicBezTo>
                    <a:pt x="20681" y="13200"/>
                    <a:pt x="20681" y="13200"/>
                    <a:pt x="20681" y="13200"/>
                  </a:cubicBezTo>
                  <a:cubicBezTo>
                    <a:pt x="20681" y="12800"/>
                    <a:pt x="20681" y="12800"/>
                    <a:pt x="20681" y="12800"/>
                  </a:cubicBezTo>
                  <a:cubicBezTo>
                    <a:pt x="20911" y="12800"/>
                    <a:pt x="20911" y="12800"/>
                    <a:pt x="20911" y="12800"/>
                  </a:cubicBezTo>
                  <a:cubicBezTo>
                    <a:pt x="21140" y="12600"/>
                    <a:pt x="21140" y="12600"/>
                    <a:pt x="21140" y="12600"/>
                  </a:cubicBezTo>
                  <a:cubicBezTo>
                    <a:pt x="21140" y="12600"/>
                    <a:pt x="21140" y="12600"/>
                    <a:pt x="21140" y="12600"/>
                  </a:cubicBezTo>
                  <a:cubicBezTo>
                    <a:pt x="21370" y="12600"/>
                    <a:pt x="21370" y="12600"/>
                    <a:pt x="21370" y="12600"/>
                  </a:cubicBezTo>
                  <a:cubicBezTo>
                    <a:pt x="21370" y="12400"/>
                    <a:pt x="21370" y="12400"/>
                    <a:pt x="21370" y="12400"/>
                  </a:cubicBezTo>
                  <a:cubicBezTo>
                    <a:pt x="21600" y="12400"/>
                    <a:pt x="21600" y="12400"/>
                    <a:pt x="21600" y="12400"/>
                  </a:cubicBezTo>
                  <a:cubicBezTo>
                    <a:pt x="21600" y="12200"/>
                    <a:pt x="21600" y="12200"/>
                    <a:pt x="21600" y="12200"/>
                  </a:cubicBezTo>
                  <a:close/>
                  <a:moveTo>
                    <a:pt x="7583" y="8800"/>
                  </a:moveTo>
                  <a:cubicBezTo>
                    <a:pt x="7353" y="9200"/>
                    <a:pt x="7353" y="9200"/>
                    <a:pt x="7353" y="9200"/>
                  </a:cubicBezTo>
                  <a:cubicBezTo>
                    <a:pt x="7353" y="9200"/>
                    <a:pt x="6664" y="9200"/>
                    <a:pt x="6664" y="9200"/>
                  </a:cubicBezTo>
                  <a:cubicBezTo>
                    <a:pt x="6434" y="9200"/>
                    <a:pt x="6434" y="9200"/>
                    <a:pt x="6434" y="9200"/>
                  </a:cubicBezTo>
                  <a:cubicBezTo>
                    <a:pt x="6434" y="9200"/>
                    <a:pt x="6434" y="9800"/>
                    <a:pt x="6434" y="9800"/>
                  </a:cubicBezTo>
                  <a:cubicBezTo>
                    <a:pt x="5745" y="10000"/>
                    <a:pt x="5745" y="10000"/>
                    <a:pt x="5745" y="10000"/>
                  </a:cubicBezTo>
                  <a:cubicBezTo>
                    <a:pt x="5745" y="10000"/>
                    <a:pt x="5515" y="9400"/>
                    <a:pt x="5515" y="9400"/>
                  </a:cubicBezTo>
                  <a:cubicBezTo>
                    <a:pt x="5055" y="9400"/>
                    <a:pt x="5055" y="9400"/>
                    <a:pt x="5055" y="9400"/>
                  </a:cubicBezTo>
                  <a:cubicBezTo>
                    <a:pt x="5055" y="9400"/>
                    <a:pt x="4596" y="9800"/>
                    <a:pt x="4596" y="9800"/>
                  </a:cubicBezTo>
                  <a:cubicBezTo>
                    <a:pt x="4136" y="9600"/>
                    <a:pt x="4136" y="9600"/>
                    <a:pt x="4136" y="9600"/>
                  </a:cubicBezTo>
                  <a:cubicBezTo>
                    <a:pt x="4136" y="9600"/>
                    <a:pt x="4366" y="9000"/>
                    <a:pt x="4366" y="9000"/>
                  </a:cubicBezTo>
                  <a:cubicBezTo>
                    <a:pt x="4136" y="8800"/>
                    <a:pt x="4136" y="8800"/>
                    <a:pt x="4136" y="8800"/>
                  </a:cubicBezTo>
                  <a:cubicBezTo>
                    <a:pt x="4136" y="8800"/>
                    <a:pt x="3447" y="8600"/>
                    <a:pt x="3447" y="8600"/>
                  </a:cubicBezTo>
                  <a:cubicBezTo>
                    <a:pt x="3217" y="8200"/>
                    <a:pt x="3217" y="8200"/>
                    <a:pt x="3217" y="8200"/>
                  </a:cubicBezTo>
                  <a:cubicBezTo>
                    <a:pt x="3217" y="8200"/>
                    <a:pt x="3906" y="7800"/>
                    <a:pt x="3906" y="7800"/>
                  </a:cubicBezTo>
                  <a:cubicBezTo>
                    <a:pt x="3906" y="7600"/>
                    <a:pt x="3906" y="7600"/>
                    <a:pt x="3906" y="7600"/>
                  </a:cubicBezTo>
                  <a:cubicBezTo>
                    <a:pt x="3906" y="7600"/>
                    <a:pt x="3447" y="7200"/>
                    <a:pt x="3447" y="7200"/>
                  </a:cubicBezTo>
                  <a:cubicBezTo>
                    <a:pt x="3677" y="6800"/>
                    <a:pt x="3677" y="6800"/>
                    <a:pt x="3677" y="6800"/>
                  </a:cubicBezTo>
                  <a:cubicBezTo>
                    <a:pt x="3677" y="6800"/>
                    <a:pt x="4366" y="6800"/>
                    <a:pt x="4366" y="6800"/>
                  </a:cubicBezTo>
                  <a:cubicBezTo>
                    <a:pt x="4596" y="6600"/>
                    <a:pt x="4596" y="6600"/>
                    <a:pt x="4596" y="6600"/>
                  </a:cubicBezTo>
                  <a:cubicBezTo>
                    <a:pt x="4596" y="6600"/>
                    <a:pt x="4826" y="6200"/>
                    <a:pt x="4826" y="6200"/>
                  </a:cubicBezTo>
                  <a:cubicBezTo>
                    <a:pt x="5285" y="6000"/>
                    <a:pt x="5285" y="6000"/>
                    <a:pt x="5285" y="6000"/>
                  </a:cubicBezTo>
                  <a:cubicBezTo>
                    <a:pt x="5285" y="6000"/>
                    <a:pt x="5745" y="6400"/>
                    <a:pt x="5745" y="6400"/>
                  </a:cubicBezTo>
                  <a:cubicBezTo>
                    <a:pt x="5974" y="6600"/>
                    <a:pt x="5974" y="6600"/>
                    <a:pt x="5974" y="6600"/>
                  </a:cubicBezTo>
                  <a:cubicBezTo>
                    <a:pt x="5974" y="6600"/>
                    <a:pt x="6434" y="6200"/>
                    <a:pt x="6434" y="6200"/>
                  </a:cubicBezTo>
                  <a:cubicBezTo>
                    <a:pt x="6894" y="6400"/>
                    <a:pt x="6894" y="6400"/>
                    <a:pt x="6894" y="6400"/>
                  </a:cubicBezTo>
                  <a:cubicBezTo>
                    <a:pt x="6894" y="6400"/>
                    <a:pt x="6894" y="7000"/>
                    <a:pt x="6894" y="7000"/>
                  </a:cubicBezTo>
                  <a:cubicBezTo>
                    <a:pt x="6894" y="7200"/>
                    <a:pt x="6894" y="7200"/>
                    <a:pt x="6894" y="7200"/>
                  </a:cubicBezTo>
                  <a:cubicBezTo>
                    <a:pt x="6894" y="7200"/>
                    <a:pt x="7583" y="7200"/>
                    <a:pt x="7583" y="7400"/>
                  </a:cubicBezTo>
                  <a:cubicBezTo>
                    <a:pt x="7813" y="7800"/>
                    <a:pt x="7813" y="7800"/>
                    <a:pt x="7813" y="7800"/>
                  </a:cubicBezTo>
                  <a:cubicBezTo>
                    <a:pt x="7813" y="7800"/>
                    <a:pt x="7353" y="8000"/>
                    <a:pt x="7353" y="8000"/>
                  </a:cubicBezTo>
                  <a:cubicBezTo>
                    <a:pt x="7123" y="8400"/>
                    <a:pt x="7123" y="8400"/>
                    <a:pt x="7123" y="8400"/>
                  </a:cubicBezTo>
                  <a:cubicBezTo>
                    <a:pt x="7123" y="8400"/>
                    <a:pt x="7583" y="8800"/>
                    <a:pt x="7583" y="8800"/>
                  </a:cubicBezTo>
                  <a:close/>
                  <a:moveTo>
                    <a:pt x="16774" y="6400"/>
                  </a:moveTo>
                  <a:cubicBezTo>
                    <a:pt x="16774" y="6400"/>
                    <a:pt x="16774" y="6400"/>
                    <a:pt x="16774" y="6400"/>
                  </a:cubicBezTo>
                  <a:cubicBezTo>
                    <a:pt x="16774" y="6600"/>
                    <a:pt x="15396" y="7000"/>
                    <a:pt x="15396" y="7000"/>
                  </a:cubicBezTo>
                  <a:cubicBezTo>
                    <a:pt x="15166" y="7400"/>
                    <a:pt x="15166" y="7400"/>
                    <a:pt x="15166" y="7400"/>
                  </a:cubicBezTo>
                  <a:cubicBezTo>
                    <a:pt x="15166" y="7400"/>
                    <a:pt x="15855" y="8600"/>
                    <a:pt x="15626" y="8600"/>
                  </a:cubicBezTo>
                  <a:cubicBezTo>
                    <a:pt x="14936" y="9200"/>
                    <a:pt x="14936" y="9200"/>
                    <a:pt x="14936" y="9200"/>
                  </a:cubicBezTo>
                  <a:cubicBezTo>
                    <a:pt x="14936" y="9200"/>
                    <a:pt x="13557" y="8800"/>
                    <a:pt x="13557" y="8800"/>
                  </a:cubicBezTo>
                  <a:cubicBezTo>
                    <a:pt x="13098" y="9000"/>
                    <a:pt x="13098" y="9000"/>
                    <a:pt x="13098" y="9000"/>
                  </a:cubicBezTo>
                  <a:cubicBezTo>
                    <a:pt x="13098" y="9000"/>
                    <a:pt x="12638" y="10000"/>
                    <a:pt x="12409" y="10000"/>
                  </a:cubicBezTo>
                  <a:cubicBezTo>
                    <a:pt x="11489" y="10000"/>
                    <a:pt x="11489" y="10000"/>
                    <a:pt x="11489" y="10000"/>
                  </a:cubicBezTo>
                  <a:cubicBezTo>
                    <a:pt x="11260" y="10000"/>
                    <a:pt x="10800" y="9000"/>
                    <a:pt x="10800" y="9000"/>
                  </a:cubicBezTo>
                  <a:cubicBezTo>
                    <a:pt x="10340" y="8800"/>
                    <a:pt x="10340" y="8800"/>
                    <a:pt x="10340" y="8800"/>
                  </a:cubicBezTo>
                  <a:cubicBezTo>
                    <a:pt x="10340" y="8800"/>
                    <a:pt x="8962" y="9200"/>
                    <a:pt x="8962" y="9200"/>
                  </a:cubicBezTo>
                  <a:cubicBezTo>
                    <a:pt x="8272" y="8600"/>
                    <a:pt x="8272" y="8600"/>
                    <a:pt x="8272" y="8600"/>
                  </a:cubicBezTo>
                  <a:cubicBezTo>
                    <a:pt x="8272" y="8600"/>
                    <a:pt x="8732" y="7400"/>
                    <a:pt x="8732" y="7400"/>
                  </a:cubicBezTo>
                  <a:cubicBezTo>
                    <a:pt x="8502" y="7000"/>
                    <a:pt x="8502" y="7000"/>
                    <a:pt x="8502" y="7000"/>
                  </a:cubicBezTo>
                  <a:cubicBezTo>
                    <a:pt x="8502" y="7000"/>
                    <a:pt x="7123" y="6400"/>
                    <a:pt x="7123" y="6400"/>
                  </a:cubicBezTo>
                  <a:cubicBezTo>
                    <a:pt x="7123" y="5600"/>
                    <a:pt x="7123" y="5600"/>
                    <a:pt x="7123" y="5600"/>
                  </a:cubicBezTo>
                  <a:cubicBezTo>
                    <a:pt x="7123" y="5400"/>
                    <a:pt x="8502" y="5000"/>
                    <a:pt x="8502" y="5000"/>
                  </a:cubicBezTo>
                  <a:cubicBezTo>
                    <a:pt x="8732" y="4600"/>
                    <a:pt x="8732" y="4600"/>
                    <a:pt x="8732" y="4600"/>
                  </a:cubicBezTo>
                  <a:cubicBezTo>
                    <a:pt x="8732" y="4600"/>
                    <a:pt x="8272" y="3400"/>
                    <a:pt x="8272" y="3400"/>
                  </a:cubicBezTo>
                  <a:cubicBezTo>
                    <a:pt x="8962" y="2800"/>
                    <a:pt x="8962" y="2800"/>
                    <a:pt x="8962" y="2800"/>
                  </a:cubicBezTo>
                  <a:cubicBezTo>
                    <a:pt x="8962" y="2800"/>
                    <a:pt x="10340" y="3200"/>
                    <a:pt x="10340" y="3200"/>
                  </a:cubicBezTo>
                  <a:cubicBezTo>
                    <a:pt x="10800" y="3000"/>
                    <a:pt x="10800" y="3000"/>
                    <a:pt x="10800" y="3000"/>
                  </a:cubicBezTo>
                  <a:cubicBezTo>
                    <a:pt x="10800" y="3000"/>
                    <a:pt x="11489" y="2000"/>
                    <a:pt x="11489" y="2000"/>
                  </a:cubicBezTo>
                  <a:cubicBezTo>
                    <a:pt x="12638" y="2000"/>
                    <a:pt x="12638" y="2000"/>
                    <a:pt x="12638" y="2000"/>
                  </a:cubicBezTo>
                  <a:cubicBezTo>
                    <a:pt x="12638" y="2000"/>
                    <a:pt x="13098" y="3000"/>
                    <a:pt x="13098" y="3000"/>
                  </a:cubicBezTo>
                  <a:cubicBezTo>
                    <a:pt x="13557" y="3200"/>
                    <a:pt x="13557" y="3200"/>
                    <a:pt x="13557" y="3200"/>
                  </a:cubicBezTo>
                  <a:cubicBezTo>
                    <a:pt x="13557" y="3200"/>
                    <a:pt x="14936" y="2800"/>
                    <a:pt x="14936" y="2800"/>
                  </a:cubicBezTo>
                  <a:cubicBezTo>
                    <a:pt x="15855" y="3400"/>
                    <a:pt x="15855" y="3400"/>
                    <a:pt x="15855" y="3400"/>
                  </a:cubicBezTo>
                  <a:cubicBezTo>
                    <a:pt x="15855" y="3600"/>
                    <a:pt x="15166" y="4600"/>
                    <a:pt x="15166" y="4600"/>
                  </a:cubicBezTo>
                  <a:cubicBezTo>
                    <a:pt x="15396" y="5000"/>
                    <a:pt x="15396" y="5000"/>
                    <a:pt x="15396" y="5000"/>
                  </a:cubicBezTo>
                  <a:cubicBezTo>
                    <a:pt x="15396" y="5000"/>
                    <a:pt x="16774" y="5600"/>
                    <a:pt x="16774" y="5600"/>
                  </a:cubicBezTo>
                  <a:cubicBezTo>
                    <a:pt x="16774" y="6400"/>
                    <a:pt x="16774" y="6400"/>
                    <a:pt x="16774" y="6400"/>
                  </a:cubicBezTo>
                  <a:close/>
                </a:path>
              </a:pathLst>
            </a:custGeom>
            <a:solidFill>
              <a:srgbClr val="FFFFFF"/>
            </a:solidFill>
            <a:ln w="12700" cap="flat">
              <a:noFill/>
              <a:miter lim="400000"/>
            </a:ln>
            <a:effectLst/>
          </p:spPr>
          <p:txBody>
            <a:bodyPr wrap="square" lIns="45719" tIns="45719" rIns="45719" bIns="45719" numCol="1" anchor="t">
              <a:noAutofit/>
            </a:bodyPr>
            <a:lstStyle/>
            <a:p>
              <a:pPr>
                <a:defRPr>
                  <a:solidFill>
                    <a:srgbClr val="262626"/>
                  </a:solidFill>
                  <a:latin typeface="微软雅黑"/>
                  <a:ea typeface="微软雅黑"/>
                  <a:cs typeface="微软雅黑"/>
                  <a:sym typeface="微软雅黑"/>
                </a:defRPr>
              </a:pPr>
              <a:endParaRPr/>
            </a:p>
          </p:txBody>
        </p:sp>
      </p:grpSp>
      <p:grpSp>
        <p:nvGrpSpPr>
          <p:cNvPr id="139" name="组合 9"/>
          <p:cNvGrpSpPr/>
          <p:nvPr/>
        </p:nvGrpSpPr>
        <p:grpSpPr>
          <a:xfrm>
            <a:off x="791402" y="2827551"/>
            <a:ext cx="839789" cy="839789"/>
            <a:chOff x="6848" y="53997"/>
            <a:chExt cx="839788" cy="839788"/>
          </a:xfrm>
        </p:grpSpPr>
        <p:sp>
          <p:nvSpPr>
            <p:cNvPr id="140" name="椭圆 10"/>
            <p:cNvSpPr/>
            <p:nvPr/>
          </p:nvSpPr>
          <p:spPr>
            <a:xfrm>
              <a:off x="6848" y="53997"/>
              <a:ext cx="839788" cy="839788"/>
            </a:xfrm>
            <a:prstGeom prst="ellipse">
              <a:avLst/>
            </a:prstGeom>
            <a:solidFill>
              <a:srgbClr val="414455"/>
            </a:solidFill>
            <a:ln w="12700" cap="flat">
              <a:noFill/>
              <a:miter lim="400000"/>
            </a:ln>
            <a:effectLst/>
          </p:spPr>
          <p:txBody>
            <a:bodyPr wrap="square" lIns="45719" tIns="45719" rIns="45719" bIns="45719" numCol="1" anchor="ctr">
              <a:noAutofit/>
            </a:bodyPr>
            <a:lstStyle/>
            <a:p>
              <a:pPr algn="ctr">
                <a:defRPr>
                  <a:solidFill>
                    <a:srgbClr val="262626"/>
                  </a:solidFill>
                  <a:latin typeface="微软雅黑"/>
                  <a:ea typeface="微软雅黑"/>
                  <a:cs typeface="微软雅黑"/>
                  <a:sym typeface="微软雅黑"/>
                </a:defRPr>
              </a:pPr>
              <a:endParaRPr/>
            </a:p>
          </p:txBody>
        </p:sp>
        <p:sp>
          <p:nvSpPr>
            <p:cNvPr id="141" name="Freeform 5"/>
            <p:cNvSpPr/>
            <p:nvPr/>
          </p:nvSpPr>
          <p:spPr>
            <a:xfrm>
              <a:off x="173038" y="196850"/>
              <a:ext cx="493712" cy="446087"/>
            </a:xfrm>
            <a:custGeom>
              <a:avLst/>
              <a:gdLst/>
              <a:ahLst/>
              <a:cxnLst>
                <a:cxn ang="0">
                  <a:pos x="wd2" y="hd2"/>
                </a:cxn>
                <a:cxn ang="5400000">
                  <a:pos x="wd2" y="hd2"/>
                </a:cxn>
                <a:cxn ang="10800000">
                  <a:pos x="wd2" y="hd2"/>
                </a:cxn>
                <a:cxn ang="16200000">
                  <a:pos x="wd2" y="hd2"/>
                </a:cxn>
              </a:cxnLst>
              <a:rect l="0" t="0" r="r" b="b"/>
              <a:pathLst>
                <a:path w="21600" h="21600" extrusionOk="0">
                  <a:moveTo>
                    <a:pt x="10425" y="4735"/>
                  </a:moveTo>
                  <a:cubicBezTo>
                    <a:pt x="10425" y="6397"/>
                    <a:pt x="10425" y="6397"/>
                    <a:pt x="10425" y="6397"/>
                  </a:cubicBezTo>
                  <a:cubicBezTo>
                    <a:pt x="10425" y="7311"/>
                    <a:pt x="8100" y="7975"/>
                    <a:pt x="5250" y="7975"/>
                  </a:cubicBezTo>
                  <a:cubicBezTo>
                    <a:pt x="2325" y="7975"/>
                    <a:pt x="0" y="7311"/>
                    <a:pt x="0" y="6397"/>
                  </a:cubicBezTo>
                  <a:cubicBezTo>
                    <a:pt x="0" y="4735"/>
                    <a:pt x="0" y="4735"/>
                    <a:pt x="0" y="4735"/>
                  </a:cubicBezTo>
                  <a:cubicBezTo>
                    <a:pt x="0" y="5566"/>
                    <a:pt x="2325" y="6314"/>
                    <a:pt x="5250" y="6314"/>
                  </a:cubicBezTo>
                  <a:cubicBezTo>
                    <a:pt x="8100" y="6314"/>
                    <a:pt x="10425" y="5566"/>
                    <a:pt x="10425" y="4735"/>
                  </a:cubicBezTo>
                  <a:close/>
                  <a:moveTo>
                    <a:pt x="10425" y="4403"/>
                  </a:moveTo>
                  <a:cubicBezTo>
                    <a:pt x="10425" y="5317"/>
                    <a:pt x="8100" y="5982"/>
                    <a:pt x="5250" y="5982"/>
                  </a:cubicBezTo>
                  <a:cubicBezTo>
                    <a:pt x="2325" y="5982"/>
                    <a:pt x="0" y="5317"/>
                    <a:pt x="0" y="4403"/>
                  </a:cubicBezTo>
                  <a:cubicBezTo>
                    <a:pt x="0" y="3572"/>
                    <a:pt x="2325" y="2825"/>
                    <a:pt x="5250" y="2825"/>
                  </a:cubicBezTo>
                  <a:cubicBezTo>
                    <a:pt x="8100" y="2825"/>
                    <a:pt x="10425" y="3572"/>
                    <a:pt x="10425" y="4403"/>
                  </a:cubicBezTo>
                  <a:close/>
                  <a:moveTo>
                    <a:pt x="7725" y="4320"/>
                  </a:moveTo>
                  <a:cubicBezTo>
                    <a:pt x="3150" y="3988"/>
                    <a:pt x="3150" y="3988"/>
                    <a:pt x="3150" y="3988"/>
                  </a:cubicBezTo>
                  <a:cubicBezTo>
                    <a:pt x="3000" y="4320"/>
                    <a:pt x="3000" y="4320"/>
                    <a:pt x="3000" y="4320"/>
                  </a:cubicBezTo>
                  <a:cubicBezTo>
                    <a:pt x="3150" y="4320"/>
                    <a:pt x="3150" y="4320"/>
                    <a:pt x="3150" y="4320"/>
                  </a:cubicBezTo>
                  <a:cubicBezTo>
                    <a:pt x="3375" y="4320"/>
                    <a:pt x="3675" y="4403"/>
                    <a:pt x="3525" y="4735"/>
                  </a:cubicBezTo>
                  <a:cubicBezTo>
                    <a:pt x="3525" y="4818"/>
                    <a:pt x="3525" y="4818"/>
                    <a:pt x="3525" y="4818"/>
                  </a:cubicBezTo>
                  <a:cubicBezTo>
                    <a:pt x="4350" y="4818"/>
                    <a:pt x="4350" y="4818"/>
                    <a:pt x="4350" y="4818"/>
                  </a:cubicBezTo>
                  <a:cubicBezTo>
                    <a:pt x="4425" y="4735"/>
                    <a:pt x="4425" y="4735"/>
                    <a:pt x="4425" y="4735"/>
                  </a:cubicBezTo>
                  <a:cubicBezTo>
                    <a:pt x="4500" y="4652"/>
                    <a:pt x="4500" y="4569"/>
                    <a:pt x="4425" y="4486"/>
                  </a:cubicBezTo>
                  <a:cubicBezTo>
                    <a:pt x="7575" y="4652"/>
                    <a:pt x="7575" y="4652"/>
                    <a:pt x="7575" y="4652"/>
                  </a:cubicBezTo>
                  <a:lnTo>
                    <a:pt x="7725" y="4320"/>
                  </a:lnTo>
                  <a:close/>
                  <a:moveTo>
                    <a:pt x="5250" y="8391"/>
                  </a:moveTo>
                  <a:cubicBezTo>
                    <a:pt x="2325" y="8391"/>
                    <a:pt x="0" y="7726"/>
                    <a:pt x="0" y="6812"/>
                  </a:cubicBezTo>
                  <a:cubicBezTo>
                    <a:pt x="0" y="8557"/>
                    <a:pt x="0" y="8557"/>
                    <a:pt x="0" y="8557"/>
                  </a:cubicBezTo>
                  <a:cubicBezTo>
                    <a:pt x="0" y="9388"/>
                    <a:pt x="2325" y="10135"/>
                    <a:pt x="5250" y="10135"/>
                  </a:cubicBezTo>
                  <a:cubicBezTo>
                    <a:pt x="8100" y="10135"/>
                    <a:pt x="10425" y="9388"/>
                    <a:pt x="10425" y="8557"/>
                  </a:cubicBezTo>
                  <a:cubicBezTo>
                    <a:pt x="10425" y="6812"/>
                    <a:pt x="10425" y="6812"/>
                    <a:pt x="10425" y="6812"/>
                  </a:cubicBezTo>
                  <a:cubicBezTo>
                    <a:pt x="10425" y="7726"/>
                    <a:pt x="8100" y="8391"/>
                    <a:pt x="5250" y="8391"/>
                  </a:cubicBezTo>
                  <a:close/>
                  <a:moveTo>
                    <a:pt x="5250" y="10551"/>
                  </a:moveTo>
                  <a:cubicBezTo>
                    <a:pt x="2325" y="10551"/>
                    <a:pt x="0" y="9886"/>
                    <a:pt x="0" y="8972"/>
                  </a:cubicBezTo>
                  <a:cubicBezTo>
                    <a:pt x="0" y="10634"/>
                    <a:pt x="0" y="10634"/>
                    <a:pt x="0" y="10634"/>
                  </a:cubicBezTo>
                  <a:cubicBezTo>
                    <a:pt x="0" y="11548"/>
                    <a:pt x="2325" y="12212"/>
                    <a:pt x="5250" y="12212"/>
                  </a:cubicBezTo>
                  <a:cubicBezTo>
                    <a:pt x="8100" y="12212"/>
                    <a:pt x="10425" y="11548"/>
                    <a:pt x="10425" y="10634"/>
                  </a:cubicBezTo>
                  <a:cubicBezTo>
                    <a:pt x="10425" y="8972"/>
                    <a:pt x="10425" y="8972"/>
                    <a:pt x="10425" y="8972"/>
                  </a:cubicBezTo>
                  <a:cubicBezTo>
                    <a:pt x="10425" y="9886"/>
                    <a:pt x="8100" y="10551"/>
                    <a:pt x="5250" y="10551"/>
                  </a:cubicBezTo>
                  <a:close/>
                  <a:moveTo>
                    <a:pt x="5250" y="12628"/>
                  </a:moveTo>
                  <a:cubicBezTo>
                    <a:pt x="2325" y="12628"/>
                    <a:pt x="0" y="11963"/>
                    <a:pt x="0" y="11049"/>
                  </a:cubicBezTo>
                  <a:cubicBezTo>
                    <a:pt x="0" y="12794"/>
                    <a:pt x="0" y="12794"/>
                    <a:pt x="0" y="12794"/>
                  </a:cubicBezTo>
                  <a:cubicBezTo>
                    <a:pt x="0" y="13625"/>
                    <a:pt x="2325" y="14372"/>
                    <a:pt x="5250" y="14372"/>
                  </a:cubicBezTo>
                  <a:cubicBezTo>
                    <a:pt x="8100" y="14372"/>
                    <a:pt x="10425" y="13625"/>
                    <a:pt x="10425" y="12794"/>
                  </a:cubicBezTo>
                  <a:cubicBezTo>
                    <a:pt x="10425" y="11049"/>
                    <a:pt x="10425" y="11049"/>
                    <a:pt x="10425" y="11049"/>
                  </a:cubicBezTo>
                  <a:cubicBezTo>
                    <a:pt x="10425" y="11963"/>
                    <a:pt x="8100" y="12628"/>
                    <a:pt x="5250" y="12628"/>
                  </a:cubicBezTo>
                  <a:close/>
                  <a:moveTo>
                    <a:pt x="5250" y="14705"/>
                  </a:moveTo>
                  <a:cubicBezTo>
                    <a:pt x="2325" y="14705"/>
                    <a:pt x="0" y="14040"/>
                    <a:pt x="0" y="13126"/>
                  </a:cubicBezTo>
                  <a:cubicBezTo>
                    <a:pt x="0" y="14788"/>
                    <a:pt x="0" y="14788"/>
                    <a:pt x="0" y="14788"/>
                  </a:cubicBezTo>
                  <a:cubicBezTo>
                    <a:pt x="0" y="15702"/>
                    <a:pt x="2325" y="16366"/>
                    <a:pt x="5250" y="16366"/>
                  </a:cubicBezTo>
                  <a:cubicBezTo>
                    <a:pt x="8100" y="16366"/>
                    <a:pt x="10425" y="15702"/>
                    <a:pt x="10425" y="14788"/>
                  </a:cubicBezTo>
                  <a:cubicBezTo>
                    <a:pt x="10425" y="13126"/>
                    <a:pt x="10425" y="13126"/>
                    <a:pt x="10425" y="13126"/>
                  </a:cubicBezTo>
                  <a:cubicBezTo>
                    <a:pt x="10425" y="14040"/>
                    <a:pt x="8100" y="14705"/>
                    <a:pt x="5250" y="14705"/>
                  </a:cubicBezTo>
                  <a:close/>
                  <a:moveTo>
                    <a:pt x="5250" y="16782"/>
                  </a:moveTo>
                  <a:cubicBezTo>
                    <a:pt x="2325" y="16782"/>
                    <a:pt x="0" y="16034"/>
                    <a:pt x="0" y="15203"/>
                  </a:cubicBezTo>
                  <a:cubicBezTo>
                    <a:pt x="0" y="16865"/>
                    <a:pt x="0" y="16865"/>
                    <a:pt x="0" y="16865"/>
                  </a:cubicBezTo>
                  <a:cubicBezTo>
                    <a:pt x="0" y="17778"/>
                    <a:pt x="2325" y="18443"/>
                    <a:pt x="5250" y="18443"/>
                  </a:cubicBezTo>
                  <a:cubicBezTo>
                    <a:pt x="8100" y="18443"/>
                    <a:pt x="10425" y="17778"/>
                    <a:pt x="10425" y="16865"/>
                  </a:cubicBezTo>
                  <a:cubicBezTo>
                    <a:pt x="10425" y="15203"/>
                    <a:pt x="10425" y="15203"/>
                    <a:pt x="10425" y="15203"/>
                  </a:cubicBezTo>
                  <a:cubicBezTo>
                    <a:pt x="10425" y="16034"/>
                    <a:pt x="8100" y="16782"/>
                    <a:pt x="5250" y="16782"/>
                  </a:cubicBezTo>
                  <a:close/>
                  <a:moveTo>
                    <a:pt x="11175" y="4818"/>
                  </a:moveTo>
                  <a:cubicBezTo>
                    <a:pt x="11250" y="4818"/>
                    <a:pt x="11250" y="4818"/>
                    <a:pt x="11250" y="4818"/>
                  </a:cubicBezTo>
                  <a:cubicBezTo>
                    <a:pt x="11250" y="4902"/>
                    <a:pt x="11250" y="4902"/>
                    <a:pt x="11250" y="4902"/>
                  </a:cubicBezTo>
                  <a:cubicBezTo>
                    <a:pt x="12075" y="5068"/>
                    <a:pt x="13050" y="5151"/>
                    <a:pt x="14100" y="5151"/>
                  </a:cubicBezTo>
                  <a:cubicBezTo>
                    <a:pt x="17025" y="5151"/>
                    <a:pt x="19350" y="4403"/>
                    <a:pt x="19350" y="3572"/>
                  </a:cubicBezTo>
                  <a:cubicBezTo>
                    <a:pt x="19350" y="1911"/>
                    <a:pt x="19350" y="1911"/>
                    <a:pt x="19350" y="1911"/>
                  </a:cubicBezTo>
                  <a:cubicBezTo>
                    <a:pt x="19350" y="2742"/>
                    <a:pt x="17025" y="3489"/>
                    <a:pt x="14100" y="3489"/>
                  </a:cubicBezTo>
                  <a:cubicBezTo>
                    <a:pt x="11250" y="3489"/>
                    <a:pt x="8850" y="2742"/>
                    <a:pt x="8850" y="1911"/>
                  </a:cubicBezTo>
                  <a:cubicBezTo>
                    <a:pt x="8850" y="2492"/>
                    <a:pt x="8850" y="2492"/>
                    <a:pt x="8850" y="2492"/>
                  </a:cubicBezTo>
                  <a:cubicBezTo>
                    <a:pt x="10125" y="2825"/>
                    <a:pt x="11250" y="3406"/>
                    <a:pt x="11250" y="4486"/>
                  </a:cubicBezTo>
                  <a:cubicBezTo>
                    <a:pt x="11250" y="4652"/>
                    <a:pt x="11175" y="4735"/>
                    <a:pt x="11175" y="4818"/>
                  </a:cubicBezTo>
                  <a:close/>
                  <a:moveTo>
                    <a:pt x="8850" y="1578"/>
                  </a:moveTo>
                  <a:cubicBezTo>
                    <a:pt x="8850" y="665"/>
                    <a:pt x="11250" y="0"/>
                    <a:pt x="14100" y="0"/>
                  </a:cubicBezTo>
                  <a:cubicBezTo>
                    <a:pt x="17025" y="0"/>
                    <a:pt x="19350" y="665"/>
                    <a:pt x="19350" y="1578"/>
                  </a:cubicBezTo>
                  <a:cubicBezTo>
                    <a:pt x="19350" y="2409"/>
                    <a:pt x="17025" y="3157"/>
                    <a:pt x="14100" y="3157"/>
                  </a:cubicBezTo>
                  <a:cubicBezTo>
                    <a:pt x="11250" y="3157"/>
                    <a:pt x="8850" y="2409"/>
                    <a:pt x="8850" y="1578"/>
                  </a:cubicBezTo>
                  <a:close/>
                  <a:moveTo>
                    <a:pt x="11625" y="1662"/>
                  </a:moveTo>
                  <a:cubicBezTo>
                    <a:pt x="16200" y="1994"/>
                    <a:pt x="16200" y="1994"/>
                    <a:pt x="16200" y="1994"/>
                  </a:cubicBezTo>
                  <a:cubicBezTo>
                    <a:pt x="16350" y="1662"/>
                    <a:pt x="16350" y="1662"/>
                    <a:pt x="16350" y="1662"/>
                  </a:cubicBezTo>
                  <a:cubicBezTo>
                    <a:pt x="16200" y="1662"/>
                    <a:pt x="16200" y="1662"/>
                    <a:pt x="16200" y="1662"/>
                  </a:cubicBezTo>
                  <a:cubicBezTo>
                    <a:pt x="15975" y="1662"/>
                    <a:pt x="15675" y="1578"/>
                    <a:pt x="15750" y="1246"/>
                  </a:cubicBezTo>
                  <a:cubicBezTo>
                    <a:pt x="15825" y="1163"/>
                    <a:pt x="15825" y="1163"/>
                    <a:pt x="15825" y="1163"/>
                  </a:cubicBezTo>
                  <a:cubicBezTo>
                    <a:pt x="15000" y="1080"/>
                    <a:pt x="15000" y="1080"/>
                    <a:pt x="15000" y="1080"/>
                  </a:cubicBezTo>
                  <a:cubicBezTo>
                    <a:pt x="14925" y="1246"/>
                    <a:pt x="14925" y="1246"/>
                    <a:pt x="14925" y="1246"/>
                  </a:cubicBezTo>
                  <a:cubicBezTo>
                    <a:pt x="14850" y="1329"/>
                    <a:pt x="14850" y="1412"/>
                    <a:pt x="14850" y="1495"/>
                  </a:cubicBezTo>
                  <a:cubicBezTo>
                    <a:pt x="11775" y="1246"/>
                    <a:pt x="11775" y="1246"/>
                    <a:pt x="11775" y="1246"/>
                  </a:cubicBezTo>
                  <a:lnTo>
                    <a:pt x="11625" y="1662"/>
                  </a:lnTo>
                  <a:close/>
                  <a:moveTo>
                    <a:pt x="14100" y="7228"/>
                  </a:moveTo>
                  <a:cubicBezTo>
                    <a:pt x="17025" y="7228"/>
                    <a:pt x="19350" y="6563"/>
                    <a:pt x="19350" y="5649"/>
                  </a:cubicBezTo>
                  <a:cubicBezTo>
                    <a:pt x="19350" y="3988"/>
                    <a:pt x="19350" y="3988"/>
                    <a:pt x="19350" y="3988"/>
                  </a:cubicBezTo>
                  <a:cubicBezTo>
                    <a:pt x="19350" y="4902"/>
                    <a:pt x="17025" y="5566"/>
                    <a:pt x="14100" y="5566"/>
                  </a:cubicBezTo>
                  <a:cubicBezTo>
                    <a:pt x="13050" y="5566"/>
                    <a:pt x="12075" y="5483"/>
                    <a:pt x="11250" y="5317"/>
                  </a:cubicBezTo>
                  <a:cubicBezTo>
                    <a:pt x="11250" y="6563"/>
                    <a:pt x="11250" y="6563"/>
                    <a:pt x="11250" y="6563"/>
                  </a:cubicBezTo>
                  <a:cubicBezTo>
                    <a:pt x="11250" y="6646"/>
                    <a:pt x="11175" y="6812"/>
                    <a:pt x="11175" y="6978"/>
                  </a:cubicBezTo>
                  <a:cubicBezTo>
                    <a:pt x="11250" y="6978"/>
                    <a:pt x="11250" y="6978"/>
                    <a:pt x="11250" y="6978"/>
                  </a:cubicBezTo>
                  <a:cubicBezTo>
                    <a:pt x="11250" y="6978"/>
                    <a:pt x="11250" y="6978"/>
                    <a:pt x="11250" y="6978"/>
                  </a:cubicBezTo>
                  <a:cubicBezTo>
                    <a:pt x="12075" y="7145"/>
                    <a:pt x="13050" y="7228"/>
                    <a:pt x="14100" y="7228"/>
                  </a:cubicBezTo>
                  <a:close/>
                  <a:moveTo>
                    <a:pt x="11250" y="9055"/>
                  </a:moveTo>
                  <a:cubicBezTo>
                    <a:pt x="11250" y="9138"/>
                    <a:pt x="11250" y="9138"/>
                    <a:pt x="11250" y="9138"/>
                  </a:cubicBezTo>
                  <a:cubicBezTo>
                    <a:pt x="12075" y="9305"/>
                    <a:pt x="13050" y="9388"/>
                    <a:pt x="14100" y="9388"/>
                  </a:cubicBezTo>
                  <a:cubicBezTo>
                    <a:pt x="17025" y="9388"/>
                    <a:pt x="19350" y="8723"/>
                    <a:pt x="19350" y="7809"/>
                  </a:cubicBezTo>
                  <a:cubicBezTo>
                    <a:pt x="19350" y="6148"/>
                    <a:pt x="19350" y="6148"/>
                    <a:pt x="19350" y="6148"/>
                  </a:cubicBezTo>
                  <a:cubicBezTo>
                    <a:pt x="19350" y="6978"/>
                    <a:pt x="17025" y="7726"/>
                    <a:pt x="14100" y="7726"/>
                  </a:cubicBezTo>
                  <a:cubicBezTo>
                    <a:pt x="13050" y="7726"/>
                    <a:pt x="12075" y="7643"/>
                    <a:pt x="11250" y="7477"/>
                  </a:cubicBezTo>
                  <a:cubicBezTo>
                    <a:pt x="11250" y="8640"/>
                    <a:pt x="11250" y="8640"/>
                    <a:pt x="11250" y="8640"/>
                  </a:cubicBezTo>
                  <a:cubicBezTo>
                    <a:pt x="11250" y="8806"/>
                    <a:pt x="11175" y="8972"/>
                    <a:pt x="11175" y="9055"/>
                  </a:cubicBezTo>
                  <a:lnTo>
                    <a:pt x="11250" y="9055"/>
                  </a:lnTo>
                  <a:close/>
                  <a:moveTo>
                    <a:pt x="19350" y="9720"/>
                  </a:moveTo>
                  <a:cubicBezTo>
                    <a:pt x="19350" y="8225"/>
                    <a:pt x="19350" y="8225"/>
                    <a:pt x="19350" y="8225"/>
                  </a:cubicBezTo>
                  <a:cubicBezTo>
                    <a:pt x="19350" y="8723"/>
                    <a:pt x="18525" y="9222"/>
                    <a:pt x="17175" y="9471"/>
                  </a:cubicBezTo>
                  <a:cubicBezTo>
                    <a:pt x="17775" y="9554"/>
                    <a:pt x="18525" y="9554"/>
                    <a:pt x="19350" y="9720"/>
                  </a:cubicBezTo>
                  <a:close/>
                  <a:moveTo>
                    <a:pt x="11250" y="10551"/>
                  </a:moveTo>
                  <a:cubicBezTo>
                    <a:pt x="11700" y="10218"/>
                    <a:pt x="12450" y="9969"/>
                    <a:pt x="13275" y="9803"/>
                  </a:cubicBezTo>
                  <a:cubicBezTo>
                    <a:pt x="12525" y="9720"/>
                    <a:pt x="11850" y="9637"/>
                    <a:pt x="11250" y="9554"/>
                  </a:cubicBezTo>
                  <a:lnTo>
                    <a:pt x="11250" y="10551"/>
                  </a:lnTo>
                  <a:close/>
                  <a:moveTo>
                    <a:pt x="16350" y="13625"/>
                  </a:moveTo>
                  <a:cubicBezTo>
                    <a:pt x="13500" y="13625"/>
                    <a:pt x="11175" y="12877"/>
                    <a:pt x="11175" y="12046"/>
                  </a:cubicBezTo>
                  <a:cubicBezTo>
                    <a:pt x="11175" y="13708"/>
                    <a:pt x="11175" y="13708"/>
                    <a:pt x="11175" y="13708"/>
                  </a:cubicBezTo>
                  <a:cubicBezTo>
                    <a:pt x="11175" y="14538"/>
                    <a:pt x="13500" y="15286"/>
                    <a:pt x="16350" y="15286"/>
                  </a:cubicBezTo>
                  <a:cubicBezTo>
                    <a:pt x="19275" y="15286"/>
                    <a:pt x="21600" y="14538"/>
                    <a:pt x="21600" y="13708"/>
                  </a:cubicBezTo>
                  <a:cubicBezTo>
                    <a:pt x="21600" y="12046"/>
                    <a:pt x="21600" y="12046"/>
                    <a:pt x="21600" y="12046"/>
                  </a:cubicBezTo>
                  <a:cubicBezTo>
                    <a:pt x="21600" y="12877"/>
                    <a:pt x="19275" y="13625"/>
                    <a:pt x="16350" y="13625"/>
                  </a:cubicBezTo>
                  <a:close/>
                  <a:moveTo>
                    <a:pt x="16350" y="10135"/>
                  </a:moveTo>
                  <a:cubicBezTo>
                    <a:pt x="19275" y="10135"/>
                    <a:pt x="21600" y="10800"/>
                    <a:pt x="21600" y="11714"/>
                  </a:cubicBezTo>
                  <a:cubicBezTo>
                    <a:pt x="21600" y="12545"/>
                    <a:pt x="19275" y="13292"/>
                    <a:pt x="16350" y="13292"/>
                  </a:cubicBezTo>
                  <a:cubicBezTo>
                    <a:pt x="13500" y="13292"/>
                    <a:pt x="11175" y="12545"/>
                    <a:pt x="11175" y="11714"/>
                  </a:cubicBezTo>
                  <a:cubicBezTo>
                    <a:pt x="11175" y="10800"/>
                    <a:pt x="13500" y="10135"/>
                    <a:pt x="16350" y="10135"/>
                  </a:cubicBezTo>
                  <a:close/>
                  <a:moveTo>
                    <a:pt x="17175" y="11631"/>
                  </a:moveTo>
                  <a:cubicBezTo>
                    <a:pt x="14025" y="11382"/>
                    <a:pt x="14025" y="11382"/>
                    <a:pt x="14025" y="11382"/>
                  </a:cubicBezTo>
                  <a:cubicBezTo>
                    <a:pt x="13875" y="11797"/>
                    <a:pt x="13875" y="11797"/>
                    <a:pt x="13875" y="11797"/>
                  </a:cubicBezTo>
                  <a:cubicBezTo>
                    <a:pt x="18450" y="12129"/>
                    <a:pt x="18450" y="12129"/>
                    <a:pt x="18450" y="12129"/>
                  </a:cubicBezTo>
                  <a:cubicBezTo>
                    <a:pt x="18600" y="11797"/>
                    <a:pt x="18600" y="11797"/>
                    <a:pt x="18600" y="11797"/>
                  </a:cubicBezTo>
                  <a:cubicBezTo>
                    <a:pt x="18450" y="11797"/>
                    <a:pt x="18450" y="11797"/>
                    <a:pt x="18450" y="11797"/>
                  </a:cubicBezTo>
                  <a:cubicBezTo>
                    <a:pt x="18225" y="11797"/>
                    <a:pt x="17925" y="11714"/>
                    <a:pt x="18075" y="11382"/>
                  </a:cubicBezTo>
                  <a:cubicBezTo>
                    <a:pt x="18075" y="11298"/>
                    <a:pt x="18075" y="11298"/>
                    <a:pt x="18075" y="11298"/>
                  </a:cubicBezTo>
                  <a:cubicBezTo>
                    <a:pt x="17250" y="11215"/>
                    <a:pt x="17250" y="11215"/>
                    <a:pt x="17250" y="11215"/>
                  </a:cubicBezTo>
                  <a:cubicBezTo>
                    <a:pt x="17175" y="11382"/>
                    <a:pt x="17175" y="11382"/>
                    <a:pt x="17175" y="11382"/>
                  </a:cubicBezTo>
                  <a:cubicBezTo>
                    <a:pt x="17175" y="11465"/>
                    <a:pt x="17100" y="11548"/>
                    <a:pt x="17175" y="11631"/>
                  </a:cubicBezTo>
                  <a:close/>
                  <a:moveTo>
                    <a:pt x="16350" y="15702"/>
                  </a:moveTo>
                  <a:cubicBezTo>
                    <a:pt x="13500" y="15702"/>
                    <a:pt x="11175" y="15037"/>
                    <a:pt x="11175" y="14123"/>
                  </a:cubicBezTo>
                  <a:cubicBezTo>
                    <a:pt x="11175" y="15785"/>
                    <a:pt x="11175" y="15785"/>
                    <a:pt x="11175" y="15785"/>
                  </a:cubicBezTo>
                  <a:cubicBezTo>
                    <a:pt x="11175" y="16698"/>
                    <a:pt x="13500" y="17363"/>
                    <a:pt x="16350" y="17363"/>
                  </a:cubicBezTo>
                  <a:cubicBezTo>
                    <a:pt x="19275" y="17363"/>
                    <a:pt x="21600" y="16698"/>
                    <a:pt x="21600" y="15785"/>
                  </a:cubicBezTo>
                  <a:cubicBezTo>
                    <a:pt x="21600" y="14123"/>
                    <a:pt x="21600" y="14123"/>
                    <a:pt x="21600" y="14123"/>
                  </a:cubicBezTo>
                  <a:cubicBezTo>
                    <a:pt x="21600" y="15037"/>
                    <a:pt x="19275" y="15702"/>
                    <a:pt x="16350" y="15702"/>
                  </a:cubicBezTo>
                  <a:close/>
                  <a:moveTo>
                    <a:pt x="16350" y="17862"/>
                  </a:moveTo>
                  <a:cubicBezTo>
                    <a:pt x="13500" y="17862"/>
                    <a:pt x="11175" y="17114"/>
                    <a:pt x="11175" y="16283"/>
                  </a:cubicBezTo>
                  <a:cubicBezTo>
                    <a:pt x="11175" y="17945"/>
                    <a:pt x="11175" y="17945"/>
                    <a:pt x="11175" y="17945"/>
                  </a:cubicBezTo>
                  <a:cubicBezTo>
                    <a:pt x="11175" y="18858"/>
                    <a:pt x="13500" y="19523"/>
                    <a:pt x="16350" y="19523"/>
                  </a:cubicBezTo>
                  <a:cubicBezTo>
                    <a:pt x="19275" y="19523"/>
                    <a:pt x="21600" y="18858"/>
                    <a:pt x="21600" y="17945"/>
                  </a:cubicBezTo>
                  <a:cubicBezTo>
                    <a:pt x="21600" y="16283"/>
                    <a:pt x="21600" y="16283"/>
                    <a:pt x="21600" y="16283"/>
                  </a:cubicBezTo>
                  <a:cubicBezTo>
                    <a:pt x="21600" y="17114"/>
                    <a:pt x="19275" y="17862"/>
                    <a:pt x="16350" y="17862"/>
                  </a:cubicBezTo>
                  <a:close/>
                  <a:moveTo>
                    <a:pt x="16350" y="19938"/>
                  </a:moveTo>
                  <a:cubicBezTo>
                    <a:pt x="13500" y="19938"/>
                    <a:pt x="11175" y="19191"/>
                    <a:pt x="11175" y="18360"/>
                  </a:cubicBezTo>
                  <a:cubicBezTo>
                    <a:pt x="11175" y="20022"/>
                    <a:pt x="11175" y="20022"/>
                    <a:pt x="11175" y="20022"/>
                  </a:cubicBezTo>
                  <a:cubicBezTo>
                    <a:pt x="11175" y="20935"/>
                    <a:pt x="13500" y="21600"/>
                    <a:pt x="16350" y="21600"/>
                  </a:cubicBezTo>
                  <a:cubicBezTo>
                    <a:pt x="19275" y="21600"/>
                    <a:pt x="21600" y="20935"/>
                    <a:pt x="21600" y="20022"/>
                  </a:cubicBezTo>
                  <a:cubicBezTo>
                    <a:pt x="21600" y="18360"/>
                    <a:pt x="21600" y="18360"/>
                    <a:pt x="21600" y="18360"/>
                  </a:cubicBezTo>
                  <a:cubicBezTo>
                    <a:pt x="21600" y="19191"/>
                    <a:pt x="19275" y="19938"/>
                    <a:pt x="16350" y="19938"/>
                  </a:cubicBezTo>
                  <a:close/>
                </a:path>
              </a:pathLst>
            </a:custGeom>
            <a:solidFill>
              <a:srgbClr val="FFFFFF"/>
            </a:solidFill>
            <a:ln w="12700" cap="flat">
              <a:noFill/>
              <a:miter lim="400000"/>
            </a:ln>
            <a:effectLst/>
          </p:spPr>
          <p:txBody>
            <a:bodyPr wrap="square" lIns="45719" tIns="45719" rIns="45719" bIns="45719" numCol="1" anchor="t">
              <a:noAutofit/>
            </a:bodyPr>
            <a:lstStyle/>
            <a:p>
              <a:pPr>
                <a:defRPr>
                  <a:solidFill>
                    <a:srgbClr val="262626"/>
                  </a:solidFill>
                  <a:latin typeface="微软雅黑"/>
                  <a:ea typeface="微软雅黑"/>
                  <a:cs typeface="微软雅黑"/>
                  <a:sym typeface="微软雅黑"/>
                </a:defRPr>
              </a:pPr>
              <a:endParaRPr/>
            </a:p>
          </p:txBody>
        </p:sp>
      </p:grpSp>
      <p:grpSp>
        <p:nvGrpSpPr>
          <p:cNvPr id="142" name="组合 12"/>
          <p:cNvGrpSpPr/>
          <p:nvPr/>
        </p:nvGrpSpPr>
        <p:grpSpPr>
          <a:xfrm>
            <a:off x="2761447" y="957313"/>
            <a:ext cx="839789" cy="839789"/>
            <a:chOff x="0" y="0"/>
            <a:chExt cx="839788" cy="839788"/>
          </a:xfrm>
        </p:grpSpPr>
        <p:sp>
          <p:nvSpPr>
            <p:cNvPr id="143" name="椭圆 13"/>
            <p:cNvSpPr/>
            <p:nvPr/>
          </p:nvSpPr>
          <p:spPr>
            <a:xfrm>
              <a:off x="0" y="0"/>
              <a:ext cx="839788" cy="839788"/>
            </a:xfrm>
            <a:prstGeom prst="ellipse">
              <a:avLst/>
            </a:prstGeom>
            <a:solidFill>
              <a:srgbClr val="414455"/>
            </a:solidFill>
            <a:ln w="12700" cap="flat">
              <a:noFill/>
              <a:miter lim="400000"/>
            </a:ln>
            <a:effectLst/>
          </p:spPr>
          <p:txBody>
            <a:bodyPr wrap="square" lIns="45719" tIns="45719" rIns="45719" bIns="45719" numCol="1" anchor="ctr">
              <a:noAutofit/>
            </a:bodyPr>
            <a:lstStyle/>
            <a:p>
              <a:pPr algn="ctr">
                <a:defRPr>
                  <a:solidFill>
                    <a:srgbClr val="262626"/>
                  </a:solidFill>
                  <a:latin typeface="微软雅黑"/>
                  <a:ea typeface="微软雅黑"/>
                  <a:cs typeface="微软雅黑"/>
                  <a:sym typeface="微软雅黑"/>
                </a:defRPr>
              </a:pPr>
              <a:endParaRPr dirty="0"/>
            </a:p>
          </p:txBody>
        </p:sp>
        <p:grpSp>
          <p:nvGrpSpPr>
            <p:cNvPr id="144" name="组合 14"/>
            <p:cNvGrpSpPr/>
            <p:nvPr/>
          </p:nvGrpSpPr>
          <p:grpSpPr>
            <a:xfrm>
              <a:off x="187836" y="224750"/>
              <a:ext cx="519010" cy="362028"/>
              <a:chOff x="0" y="0"/>
              <a:chExt cx="519008" cy="362027"/>
            </a:xfrm>
          </p:grpSpPr>
          <p:sp>
            <p:nvSpPr>
              <p:cNvPr id="145" name="Freeform 51"/>
              <p:cNvSpPr/>
              <p:nvPr/>
            </p:nvSpPr>
            <p:spPr>
              <a:xfrm>
                <a:off x="6700" y="0"/>
                <a:ext cx="481285" cy="308484"/>
              </a:xfrm>
              <a:custGeom>
                <a:avLst/>
                <a:gdLst/>
                <a:ahLst/>
                <a:cxnLst>
                  <a:cxn ang="0">
                    <a:pos x="wd2" y="hd2"/>
                  </a:cxn>
                  <a:cxn ang="5400000">
                    <a:pos x="wd2" y="hd2"/>
                  </a:cxn>
                  <a:cxn ang="10800000">
                    <a:pos x="wd2" y="hd2"/>
                  </a:cxn>
                  <a:cxn ang="16200000">
                    <a:pos x="wd2" y="hd2"/>
                  </a:cxn>
                </a:cxnLst>
                <a:rect l="0" t="0" r="r" b="b"/>
                <a:pathLst>
                  <a:path w="21600" h="21600" extrusionOk="0">
                    <a:moveTo>
                      <a:pt x="1041" y="21600"/>
                    </a:moveTo>
                    <a:cubicBezTo>
                      <a:pt x="20559" y="21600"/>
                      <a:pt x="20559" y="21600"/>
                      <a:pt x="20559" y="21600"/>
                    </a:cubicBezTo>
                    <a:cubicBezTo>
                      <a:pt x="21145" y="21600"/>
                      <a:pt x="21600" y="20887"/>
                      <a:pt x="21600" y="19970"/>
                    </a:cubicBezTo>
                    <a:cubicBezTo>
                      <a:pt x="21600" y="1630"/>
                      <a:pt x="21600" y="1630"/>
                      <a:pt x="21600" y="1630"/>
                    </a:cubicBezTo>
                    <a:cubicBezTo>
                      <a:pt x="21600" y="713"/>
                      <a:pt x="21145" y="0"/>
                      <a:pt x="20559" y="0"/>
                    </a:cubicBezTo>
                    <a:cubicBezTo>
                      <a:pt x="1561" y="0"/>
                      <a:pt x="1561" y="0"/>
                      <a:pt x="1561" y="0"/>
                    </a:cubicBezTo>
                    <a:cubicBezTo>
                      <a:pt x="976" y="0"/>
                      <a:pt x="0" y="713"/>
                      <a:pt x="0" y="1630"/>
                    </a:cubicBezTo>
                    <a:cubicBezTo>
                      <a:pt x="0" y="19970"/>
                      <a:pt x="0" y="19970"/>
                      <a:pt x="0" y="19970"/>
                    </a:cubicBezTo>
                    <a:cubicBezTo>
                      <a:pt x="0" y="20887"/>
                      <a:pt x="455" y="21600"/>
                      <a:pt x="1041" y="21600"/>
                    </a:cubicBezTo>
                    <a:close/>
                    <a:moveTo>
                      <a:pt x="1431" y="2343"/>
                    </a:moveTo>
                    <a:cubicBezTo>
                      <a:pt x="1496" y="2242"/>
                      <a:pt x="1561" y="2242"/>
                      <a:pt x="1561" y="2242"/>
                    </a:cubicBezTo>
                    <a:cubicBezTo>
                      <a:pt x="20169" y="2242"/>
                      <a:pt x="20169" y="2242"/>
                      <a:pt x="20169" y="2242"/>
                    </a:cubicBezTo>
                    <a:cubicBezTo>
                      <a:pt x="20169" y="19358"/>
                      <a:pt x="20169" y="19358"/>
                      <a:pt x="20169" y="19358"/>
                    </a:cubicBezTo>
                    <a:cubicBezTo>
                      <a:pt x="1431" y="19358"/>
                      <a:pt x="1431" y="19358"/>
                      <a:pt x="1431" y="19358"/>
                    </a:cubicBezTo>
                    <a:lnTo>
                      <a:pt x="1431" y="2343"/>
                    </a:lnTo>
                    <a:close/>
                  </a:path>
                </a:pathLst>
              </a:custGeom>
              <a:solidFill>
                <a:srgbClr val="FFFFFF"/>
              </a:solidFill>
              <a:ln w="12700" cap="flat">
                <a:noFill/>
                <a:miter lim="400000"/>
              </a:ln>
              <a:effectLst/>
            </p:spPr>
            <p:txBody>
              <a:bodyPr wrap="square" lIns="45719" tIns="45719" rIns="45719" bIns="45719" numCol="1" anchor="t">
                <a:noAutofit/>
              </a:bodyPr>
              <a:lstStyle/>
              <a:p>
                <a:pPr>
                  <a:defRPr>
                    <a:solidFill>
                      <a:srgbClr val="262626"/>
                    </a:solidFill>
                    <a:latin typeface="微软雅黑"/>
                    <a:ea typeface="微软雅黑"/>
                    <a:cs typeface="微软雅黑"/>
                    <a:sym typeface="微软雅黑"/>
                  </a:defRPr>
                </a:pPr>
                <a:endParaRPr/>
              </a:p>
            </p:txBody>
          </p:sp>
          <p:sp>
            <p:nvSpPr>
              <p:cNvPr id="146" name="Freeform 52"/>
              <p:cNvSpPr/>
              <p:nvPr/>
            </p:nvSpPr>
            <p:spPr>
              <a:xfrm>
                <a:off x="105333" y="94309"/>
                <a:ext cx="318750" cy="129601"/>
              </a:xfrm>
              <a:custGeom>
                <a:avLst/>
                <a:gdLst/>
                <a:ahLst/>
                <a:cxnLst>
                  <a:cxn ang="0">
                    <a:pos x="wd2" y="hd2"/>
                  </a:cxn>
                  <a:cxn ang="5400000">
                    <a:pos x="wd2" y="hd2"/>
                  </a:cxn>
                  <a:cxn ang="10800000">
                    <a:pos x="wd2" y="hd2"/>
                  </a:cxn>
                  <a:cxn ang="16200000">
                    <a:pos x="wd2" y="hd2"/>
                  </a:cxn>
                </a:cxnLst>
                <a:rect l="0" t="0" r="r" b="b"/>
                <a:pathLst>
                  <a:path w="21472" h="21600" extrusionOk="0">
                    <a:moveTo>
                      <a:pt x="21472" y="2184"/>
                    </a:moveTo>
                    <a:cubicBezTo>
                      <a:pt x="21472" y="2184"/>
                      <a:pt x="21472" y="2184"/>
                      <a:pt x="21472" y="2184"/>
                    </a:cubicBezTo>
                    <a:cubicBezTo>
                      <a:pt x="21472" y="2184"/>
                      <a:pt x="21472" y="2184"/>
                      <a:pt x="21472" y="2184"/>
                    </a:cubicBezTo>
                    <a:cubicBezTo>
                      <a:pt x="21472" y="2184"/>
                      <a:pt x="21472" y="1942"/>
                      <a:pt x="21374" y="1699"/>
                    </a:cubicBezTo>
                    <a:cubicBezTo>
                      <a:pt x="21374" y="1699"/>
                      <a:pt x="21374" y="1699"/>
                      <a:pt x="21374" y="1456"/>
                    </a:cubicBezTo>
                    <a:cubicBezTo>
                      <a:pt x="21374" y="1456"/>
                      <a:pt x="21374" y="1456"/>
                      <a:pt x="21374" y="1213"/>
                    </a:cubicBezTo>
                    <a:cubicBezTo>
                      <a:pt x="21277" y="1213"/>
                      <a:pt x="21277" y="1213"/>
                      <a:pt x="21277" y="971"/>
                    </a:cubicBezTo>
                    <a:cubicBezTo>
                      <a:pt x="21277" y="971"/>
                      <a:pt x="21277" y="971"/>
                      <a:pt x="21179" y="728"/>
                    </a:cubicBezTo>
                    <a:cubicBezTo>
                      <a:pt x="21179" y="728"/>
                      <a:pt x="21179" y="728"/>
                      <a:pt x="21081" y="728"/>
                    </a:cubicBezTo>
                    <a:cubicBezTo>
                      <a:pt x="21081" y="728"/>
                      <a:pt x="21081" y="485"/>
                      <a:pt x="21081" y="485"/>
                    </a:cubicBezTo>
                    <a:cubicBezTo>
                      <a:pt x="20886" y="243"/>
                      <a:pt x="20788" y="243"/>
                      <a:pt x="20690" y="0"/>
                    </a:cubicBezTo>
                    <a:cubicBezTo>
                      <a:pt x="20690" y="0"/>
                      <a:pt x="20592" y="0"/>
                      <a:pt x="20592" y="0"/>
                    </a:cubicBezTo>
                    <a:cubicBezTo>
                      <a:pt x="20592" y="0"/>
                      <a:pt x="20495" y="0"/>
                      <a:pt x="20495" y="0"/>
                    </a:cubicBezTo>
                    <a:cubicBezTo>
                      <a:pt x="20397" y="0"/>
                      <a:pt x="20299" y="0"/>
                      <a:pt x="20299" y="0"/>
                    </a:cubicBezTo>
                    <a:cubicBezTo>
                      <a:pt x="20299" y="0"/>
                      <a:pt x="20299" y="0"/>
                      <a:pt x="20201" y="0"/>
                    </a:cubicBezTo>
                    <a:cubicBezTo>
                      <a:pt x="20201" y="0"/>
                      <a:pt x="20201" y="0"/>
                      <a:pt x="20201" y="0"/>
                    </a:cubicBezTo>
                    <a:cubicBezTo>
                      <a:pt x="20201" y="0"/>
                      <a:pt x="20201" y="0"/>
                      <a:pt x="20201" y="0"/>
                    </a:cubicBezTo>
                    <a:cubicBezTo>
                      <a:pt x="17953" y="971"/>
                      <a:pt x="17953" y="971"/>
                      <a:pt x="17953" y="971"/>
                    </a:cubicBezTo>
                    <a:cubicBezTo>
                      <a:pt x="17953" y="971"/>
                      <a:pt x="17953" y="971"/>
                      <a:pt x="17953" y="971"/>
                    </a:cubicBezTo>
                    <a:cubicBezTo>
                      <a:pt x="17953" y="971"/>
                      <a:pt x="17856" y="971"/>
                      <a:pt x="17856" y="971"/>
                    </a:cubicBezTo>
                    <a:cubicBezTo>
                      <a:pt x="17758" y="971"/>
                      <a:pt x="17758" y="971"/>
                      <a:pt x="17758" y="971"/>
                    </a:cubicBezTo>
                    <a:cubicBezTo>
                      <a:pt x="17660" y="1213"/>
                      <a:pt x="17660" y="1213"/>
                      <a:pt x="17660" y="1213"/>
                    </a:cubicBezTo>
                    <a:cubicBezTo>
                      <a:pt x="17562" y="1213"/>
                      <a:pt x="17562" y="1213"/>
                      <a:pt x="17562" y="1213"/>
                    </a:cubicBezTo>
                    <a:cubicBezTo>
                      <a:pt x="17562" y="1456"/>
                      <a:pt x="17562" y="1456"/>
                      <a:pt x="17465" y="1456"/>
                    </a:cubicBezTo>
                    <a:cubicBezTo>
                      <a:pt x="17465" y="1456"/>
                      <a:pt x="17465" y="1456"/>
                      <a:pt x="17465" y="1456"/>
                    </a:cubicBezTo>
                    <a:cubicBezTo>
                      <a:pt x="17465" y="1456"/>
                      <a:pt x="17367" y="1699"/>
                      <a:pt x="17367" y="1699"/>
                    </a:cubicBezTo>
                    <a:cubicBezTo>
                      <a:pt x="17367" y="1699"/>
                      <a:pt x="17367" y="1699"/>
                      <a:pt x="17269" y="1942"/>
                    </a:cubicBezTo>
                    <a:cubicBezTo>
                      <a:pt x="17269" y="1942"/>
                      <a:pt x="17269" y="1942"/>
                      <a:pt x="17269" y="2184"/>
                    </a:cubicBezTo>
                    <a:cubicBezTo>
                      <a:pt x="17269" y="2184"/>
                      <a:pt x="17172" y="2184"/>
                      <a:pt x="17172" y="2184"/>
                    </a:cubicBezTo>
                    <a:cubicBezTo>
                      <a:pt x="17172" y="2427"/>
                      <a:pt x="17172" y="2427"/>
                      <a:pt x="17172" y="2427"/>
                    </a:cubicBezTo>
                    <a:cubicBezTo>
                      <a:pt x="17172" y="2670"/>
                      <a:pt x="17172" y="2670"/>
                      <a:pt x="17172" y="2670"/>
                    </a:cubicBezTo>
                    <a:cubicBezTo>
                      <a:pt x="17074" y="2912"/>
                      <a:pt x="17074" y="2912"/>
                      <a:pt x="17074" y="2912"/>
                    </a:cubicBezTo>
                    <a:cubicBezTo>
                      <a:pt x="17074" y="3155"/>
                      <a:pt x="17074" y="3155"/>
                      <a:pt x="17074" y="3155"/>
                    </a:cubicBezTo>
                    <a:cubicBezTo>
                      <a:pt x="17074" y="3398"/>
                      <a:pt x="17074" y="3398"/>
                      <a:pt x="17074" y="3640"/>
                    </a:cubicBezTo>
                    <a:cubicBezTo>
                      <a:pt x="17074" y="3640"/>
                      <a:pt x="17074" y="3640"/>
                      <a:pt x="17074" y="3883"/>
                    </a:cubicBezTo>
                    <a:cubicBezTo>
                      <a:pt x="17074" y="3883"/>
                      <a:pt x="17074" y="3883"/>
                      <a:pt x="17074" y="3883"/>
                    </a:cubicBezTo>
                    <a:cubicBezTo>
                      <a:pt x="17074" y="3883"/>
                      <a:pt x="17074" y="4126"/>
                      <a:pt x="17074" y="4126"/>
                    </a:cubicBezTo>
                    <a:cubicBezTo>
                      <a:pt x="17074" y="4126"/>
                      <a:pt x="17074" y="4126"/>
                      <a:pt x="17172" y="4369"/>
                    </a:cubicBezTo>
                    <a:cubicBezTo>
                      <a:pt x="17172" y="4369"/>
                      <a:pt x="17172" y="4369"/>
                      <a:pt x="17172" y="4611"/>
                    </a:cubicBezTo>
                    <a:cubicBezTo>
                      <a:pt x="17172" y="4611"/>
                      <a:pt x="17172" y="4611"/>
                      <a:pt x="17172" y="4854"/>
                    </a:cubicBezTo>
                    <a:cubicBezTo>
                      <a:pt x="17172" y="4854"/>
                      <a:pt x="17269" y="4854"/>
                      <a:pt x="17269" y="5097"/>
                    </a:cubicBezTo>
                    <a:cubicBezTo>
                      <a:pt x="17269" y="5097"/>
                      <a:pt x="17269" y="5097"/>
                      <a:pt x="17269" y="5097"/>
                    </a:cubicBezTo>
                    <a:cubicBezTo>
                      <a:pt x="17367" y="5339"/>
                      <a:pt x="17367" y="5339"/>
                      <a:pt x="17367" y="5339"/>
                    </a:cubicBezTo>
                    <a:cubicBezTo>
                      <a:pt x="11991" y="15533"/>
                      <a:pt x="11991" y="15533"/>
                      <a:pt x="11991" y="15533"/>
                    </a:cubicBezTo>
                    <a:cubicBezTo>
                      <a:pt x="7398" y="7281"/>
                      <a:pt x="7398" y="7281"/>
                      <a:pt x="7398" y="7281"/>
                    </a:cubicBezTo>
                    <a:cubicBezTo>
                      <a:pt x="7398" y="7281"/>
                      <a:pt x="7398" y="7281"/>
                      <a:pt x="7398" y="7281"/>
                    </a:cubicBezTo>
                    <a:cubicBezTo>
                      <a:pt x="7398" y="7281"/>
                      <a:pt x="7398" y="7281"/>
                      <a:pt x="7300" y="7038"/>
                    </a:cubicBezTo>
                    <a:cubicBezTo>
                      <a:pt x="7300" y="7038"/>
                      <a:pt x="7300" y="7038"/>
                      <a:pt x="7202" y="7038"/>
                    </a:cubicBezTo>
                    <a:cubicBezTo>
                      <a:pt x="7202" y="7038"/>
                      <a:pt x="7202" y="7038"/>
                      <a:pt x="7105" y="7038"/>
                    </a:cubicBezTo>
                    <a:cubicBezTo>
                      <a:pt x="7105" y="7038"/>
                      <a:pt x="7105" y="6796"/>
                      <a:pt x="7007" y="6796"/>
                    </a:cubicBezTo>
                    <a:cubicBezTo>
                      <a:pt x="7007" y="6796"/>
                      <a:pt x="7007" y="6796"/>
                      <a:pt x="7007" y="6796"/>
                    </a:cubicBezTo>
                    <a:cubicBezTo>
                      <a:pt x="6909" y="6796"/>
                      <a:pt x="6909" y="6796"/>
                      <a:pt x="6811" y="6796"/>
                    </a:cubicBezTo>
                    <a:cubicBezTo>
                      <a:pt x="6811" y="6796"/>
                      <a:pt x="6811" y="6796"/>
                      <a:pt x="6714" y="6796"/>
                    </a:cubicBezTo>
                    <a:cubicBezTo>
                      <a:pt x="6714" y="6796"/>
                      <a:pt x="6714" y="6796"/>
                      <a:pt x="6616" y="6796"/>
                    </a:cubicBezTo>
                    <a:cubicBezTo>
                      <a:pt x="6616" y="6796"/>
                      <a:pt x="6616" y="6796"/>
                      <a:pt x="6518" y="6796"/>
                    </a:cubicBezTo>
                    <a:cubicBezTo>
                      <a:pt x="6518" y="7038"/>
                      <a:pt x="6420" y="7038"/>
                      <a:pt x="6420" y="7038"/>
                    </a:cubicBezTo>
                    <a:cubicBezTo>
                      <a:pt x="6420" y="7038"/>
                      <a:pt x="6420" y="7038"/>
                      <a:pt x="6323" y="7038"/>
                    </a:cubicBezTo>
                    <a:cubicBezTo>
                      <a:pt x="6323" y="7038"/>
                      <a:pt x="6323" y="7281"/>
                      <a:pt x="6225" y="7281"/>
                    </a:cubicBezTo>
                    <a:cubicBezTo>
                      <a:pt x="6225" y="7281"/>
                      <a:pt x="6225" y="7281"/>
                      <a:pt x="6225" y="7281"/>
                    </a:cubicBezTo>
                    <a:cubicBezTo>
                      <a:pt x="458" y="16503"/>
                      <a:pt x="458" y="16503"/>
                      <a:pt x="458" y="16503"/>
                    </a:cubicBezTo>
                    <a:cubicBezTo>
                      <a:pt x="-30" y="17474"/>
                      <a:pt x="-128" y="19173"/>
                      <a:pt x="165" y="20387"/>
                    </a:cubicBezTo>
                    <a:cubicBezTo>
                      <a:pt x="361" y="21115"/>
                      <a:pt x="752" y="21600"/>
                      <a:pt x="1045" y="21600"/>
                    </a:cubicBezTo>
                    <a:cubicBezTo>
                      <a:pt x="1338" y="21600"/>
                      <a:pt x="1534" y="21357"/>
                      <a:pt x="1631" y="21115"/>
                    </a:cubicBezTo>
                    <a:cubicBezTo>
                      <a:pt x="6811" y="12620"/>
                      <a:pt x="6811" y="12620"/>
                      <a:pt x="6811" y="12620"/>
                    </a:cubicBezTo>
                    <a:cubicBezTo>
                      <a:pt x="11405" y="21115"/>
                      <a:pt x="11405" y="21115"/>
                      <a:pt x="11405" y="21115"/>
                    </a:cubicBezTo>
                    <a:cubicBezTo>
                      <a:pt x="11503" y="21115"/>
                      <a:pt x="11503" y="21115"/>
                      <a:pt x="11601" y="21115"/>
                    </a:cubicBezTo>
                    <a:cubicBezTo>
                      <a:pt x="11601" y="21357"/>
                      <a:pt x="11601" y="21357"/>
                      <a:pt x="11601" y="21357"/>
                    </a:cubicBezTo>
                    <a:cubicBezTo>
                      <a:pt x="11698" y="21357"/>
                      <a:pt x="11698" y="21357"/>
                      <a:pt x="11796" y="21357"/>
                    </a:cubicBezTo>
                    <a:cubicBezTo>
                      <a:pt x="11796" y="21357"/>
                      <a:pt x="11796" y="21357"/>
                      <a:pt x="11796" y="21357"/>
                    </a:cubicBezTo>
                    <a:cubicBezTo>
                      <a:pt x="11894" y="21357"/>
                      <a:pt x="11991" y="21600"/>
                      <a:pt x="12089" y="21600"/>
                    </a:cubicBezTo>
                    <a:cubicBezTo>
                      <a:pt x="12089" y="21600"/>
                      <a:pt x="12089" y="21600"/>
                      <a:pt x="12089" y="21600"/>
                    </a:cubicBezTo>
                    <a:cubicBezTo>
                      <a:pt x="12089" y="21600"/>
                      <a:pt x="12089" y="21600"/>
                      <a:pt x="12089" y="21600"/>
                    </a:cubicBezTo>
                    <a:cubicBezTo>
                      <a:pt x="12089" y="21600"/>
                      <a:pt x="12187" y="21357"/>
                      <a:pt x="12285" y="21357"/>
                    </a:cubicBezTo>
                    <a:cubicBezTo>
                      <a:pt x="12285" y="21357"/>
                      <a:pt x="12285" y="21357"/>
                      <a:pt x="12285" y="21357"/>
                    </a:cubicBezTo>
                    <a:cubicBezTo>
                      <a:pt x="12382" y="21357"/>
                      <a:pt x="12480" y="21357"/>
                      <a:pt x="12480" y="21357"/>
                    </a:cubicBezTo>
                    <a:cubicBezTo>
                      <a:pt x="12480" y="21115"/>
                      <a:pt x="12480" y="21115"/>
                      <a:pt x="12578" y="21115"/>
                    </a:cubicBezTo>
                    <a:cubicBezTo>
                      <a:pt x="12578" y="21115"/>
                      <a:pt x="12676" y="21115"/>
                      <a:pt x="12676" y="20872"/>
                    </a:cubicBezTo>
                    <a:cubicBezTo>
                      <a:pt x="18638" y="9465"/>
                      <a:pt x="18638" y="9465"/>
                      <a:pt x="18638" y="9465"/>
                    </a:cubicBezTo>
                    <a:cubicBezTo>
                      <a:pt x="18638" y="9708"/>
                      <a:pt x="18735" y="9708"/>
                      <a:pt x="18735" y="9708"/>
                    </a:cubicBezTo>
                    <a:cubicBezTo>
                      <a:pt x="18735" y="9708"/>
                      <a:pt x="18735" y="9951"/>
                      <a:pt x="18735" y="9951"/>
                    </a:cubicBezTo>
                    <a:cubicBezTo>
                      <a:pt x="18833" y="9951"/>
                      <a:pt x="18833" y="9951"/>
                      <a:pt x="18931" y="10193"/>
                    </a:cubicBezTo>
                    <a:cubicBezTo>
                      <a:pt x="18931" y="10193"/>
                      <a:pt x="18931" y="10193"/>
                      <a:pt x="19029" y="10193"/>
                    </a:cubicBezTo>
                    <a:cubicBezTo>
                      <a:pt x="19029" y="10193"/>
                      <a:pt x="19029" y="10193"/>
                      <a:pt x="19029" y="10193"/>
                    </a:cubicBezTo>
                    <a:cubicBezTo>
                      <a:pt x="19029" y="10193"/>
                      <a:pt x="19126" y="10193"/>
                      <a:pt x="19126" y="10436"/>
                    </a:cubicBezTo>
                    <a:cubicBezTo>
                      <a:pt x="19126" y="10436"/>
                      <a:pt x="19224" y="10436"/>
                      <a:pt x="19224" y="10436"/>
                    </a:cubicBezTo>
                    <a:cubicBezTo>
                      <a:pt x="19322" y="10436"/>
                      <a:pt x="19322" y="10436"/>
                      <a:pt x="19420" y="10436"/>
                    </a:cubicBezTo>
                    <a:cubicBezTo>
                      <a:pt x="19420" y="10436"/>
                      <a:pt x="19420" y="10436"/>
                      <a:pt x="19420" y="10436"/>
                    </a:cubicBezTo>
                    <a:cubicBezTo>
                      <a:pt x="19420" y="10436"/>
                      <a:pt x="19420" y="10436"/>
                      <a:pt x="19420" y="10436"/>
                    </a:cubicBezTo>
                    <a:cubicBezTo>
                      <a:pt x="19517" y="10436"/>
                      <a:pt x="19615" y="10436"/>
                      <a:pt x="19713" y="10436"/>
                    </a:cubicBezTo>
                    <a:cubicBezTo>
                      <a:pt x="19713" y="10436"/>
                      <a:pt x="19713" y="10436"/>
                      <a:pt x="19713" y="10436"/>
                    </a:cubicBezTo>
                    <a:cubicBezTo>
                      <a:pt x="19810" y="10193"/>
                      <a:pt x="19908" y="10193"/>
                      <a:pt x="20006" y="10193"/>
                    </a:cubicBezTo>
                    <a:cubicBezTo>
                      <a:pt x="20006" y="9951"/>
                      <a:pt x="20006" y="9951"/>
                      <a:pt x="20006" y="9951"/>
                    </a:cubicBezTo>
                    <a:cubicBezTo>
                      <a:pt x="20104" y="9951"/>
                      <a:pt x="20104" y="9951"/>
                      <a:pt x="20104" y="9951"/>
                    </a:cubicBezTo>
                    <a:cubicBezTo>
                      <a:pt x="20104" y="9951"/>
                      <a:pt x="20201" y="9708"/>
                      <a:pt x="20201" y="9708"/>
                    </a:cubicBezTo>
                    <a:cubicBezTo>
                      <a:pt x="20201" y="9708"/>
                      <a:pt x="20201" y="9465"/>
                      <a:pt x="20201" y="9465"/>
                    </a:cubicBezTo>
                    <a:cubicBezTo>
                      <a:pt x="20299" y="9465"/>
                      <a:pt x="20397" y="9222"/>
                      <a:pt x="20397" y="8980"/>
                    </a:cubicBezTo>
                    <a:cubicBezTo>
                      <a:pt x="20397" y="8980"/>
                      <a:pt x="20397" y="8980"/>
                      <a:pt x="20397" y="8980"/>
                    </a:cubicBezTo>
                    <a:cubicBezTo>
                      <a:pt x="21374" y="3883"/>
                      <a:pt x="21374" y="3883"/>
                      <a:pt x="21374" y="3883"/>
                    </a:cubicBezTo>
                    <a:cubicBezTo>
                      <a:pt x="21374" y="3883"/>
                      <a:pt x="21374" y="3883"/>
                      <a:pt x="21374" y="3883"/>
                    </a:cubicBezTo>
                    <a:cubicBezTo>
                      <a:pt x="21374" y="3883"/>
                      <a:pt x="21374" y="3883"/>
                      <a:pt x="21374" y="3883"/>
                    </a:cubicBezTo>
                    <a:cubicBezTo>
                      <a:pt x="21374" y="3640"/>
                      <a:pt x="21374" y="3640"/>
                      <a:pt x="21374" y="3640"/>
                    </a:cubicBezTo>
                    <a:cubicBezTo>
                      <a:pt x="21374" y="3640"/>
                      <a:pt x="21472" y="3398"/>
                      <a:pt x="21472" y="3398"/>
                    </a:cubicBezTo>
                    <a:cubicBezTo>
                      <a:pt x="21472" y="3155"/>
                      <a:pt x="21472" y="3155"/>
                      <a:pt x="21472" y="2912"/>
                    </a:cubicBezTo>
                    <a:cubicBezTo>
                      <a:pt x="21472" y="2912"/>
                      <a:pt x="21472" y="2912"/>
                      <a:pt x="21472" y="2670"/>
                    </a:cubicBezTo>
                    <a:cubicBezTo>
                      <a:pt x="21472" y="2670"/>
                      <a:pt x="21472" y="2427"/>
                      <a:pt x="21472" y="2184"/>
                    </a:cubicBezTo>
                    <a:close/>
                  </a:path>
                </a:pathLst>
              </a:custGeom>
              <a:solidFill>
                <a:srgbClr val="FFFFFF"/>
              </a:solidFill>
              <a:ln w="12700" cap="flat">
                <a:noFill/>
                <a:miter lim="400000"/>
              </a:ln>
              <a:effectLst/>
            </p:spPr>
            <p:txBody>
              <a:bodyPr wrap="square" lIns="45719" tIns="45719" rIns="45719" bIns="45719" numCol="1" anchor="t">
                <a:noAutofit/>
              </a:bodyPr>
              <a:lstStyle/>
              <a:p>
                <a:pPr>
                  <a:defRPr>
                    <a:solidFill>
                      <a:srgbClr val="262626"/>
                    </a:solidFill>
                    <a:latin typeface="微软雅黑"/>
                    <a:ea typeface="微软雅黑"/>
                    <a:cs typeface="微软雅黑"/>
                    <a:sym typeface="微软雅黑"/>
                  </a:defRPr>
                </a:pPr>
                <a:endParaRPr/>
              </a:p>
            </p:txBody>
          </p:sp>
          <p:sp>
            <p:nvSpPr>
              <p:cNvPr id="147" name="Freeform 53"/>
              <p:cNvSpPr/>
              <p:nvPr/>
            </p:nvSpPr>
            <p:spPr>
              <a:xfrm>
                <a:off x="-1" y="330388"/>
                <a:ext cx="519010" cy="31640"/>
              </a:xfrm>
              <a:custGeom>
                <a:avLst/>
                <a:gdLst/>
                <a:ahLst/>
                <a:cxnLst>
                  <a:cxn ang="0">
                    <a:pos x="wd2" y="hd2"/>
                  </a:cxn>
                  <a:cxn ang="5400000">
                    <a:pos x="wd2" y="hd2"/>
                  </a:cxn>
                  <a:cxn ang="10800000">
                    <a:pos x="wd2" y="hd2"/>
                  </a:cxn>
                  <a:cxn ang="16200000">
                    <a:pos x="wd2" y="hd2"/>
                  </a:cxn>
                </a:cxnLst>
                <a:rect l="0" t="0" r="r" b="b"/>
                <a:pathLst>
                  <a:path w="21600" h="21600" extrusionOk="0">
                    <a:moveTo>
                      <a:pt x="20936" y="0"/>
                    </a:moveTo>
                    <a:cubicBezTo>
                      <a:pt x="664" y="0"/>
                      <a:pt x="664" y="0"/>
                      <a:pt x="664" y="0"/>
                    </a:cubicBezTo>
                    <a:cubicBezTo>
                      <a:pt x="302" y="0"/>
                      <a:pt x="0" y="4909"/>
                      <a:pt x="0" y="10800"/>
                    </a:cubicBezTo>
                    <a:cubicBezTo>
                      <a:pt x="0" y="16691"/>
                      <a:pt x="302" y="21600"/>
                      <a:pt x="664" y="21600"/>
                    </a:cubicBezTo>
                    <a:cubicBezTo>
                      <a:pt x="20936" y="21600"/>
                      <a:pt x="20936" y="21600"/>
                      <a:pt x="20936" y="21600"/>
                    </a:cubicBezTo>
                    <a:cubicBezTo>
                      <a:pt x="21298" y="21600"/>
                      <a:pt x="21600" y="16691"/>
                      <a:pt x="21600" y="10800"/>
                    </a:cubicBezTo>
                    <a:cubicBezTo>
                      <a:pt x="21600" y="4909"/>
                      <a:pt x="21298" y="0"/>
                      <a:pt x="20936" y="0"/>
                    </a:cubicBezTo>
                    <a:close/>
                  </a:path>
                </a:pathLst>
              </a:custGeom>
              <a:solidFill>
                <a:srgbClr val="FFFFFF"/>
              </a:solidFill>
              <a:ln w="12700" cap="flat">
                <a:noFill/>
                <a:miter lim="400000"/>
              </a:ln>
              <a:effectLst/>
            </p:spPr>
            <p:txBody>
              <a:bodyPr wrap="square" lIns="45719" tIns="45719" rIns="45719" bIns="45719" numCol="1" anchor="t">
                <a:noAutofit/>
              </a:bodyPr>
              <a:lstStyle/>
              <a:p>
                <a:pPr>
                  <a:defRPr>
                    <a:solidFill>
                      <a:srgbClr val="262626"/>
                    </a:solidFill>
                    <a:latin typeface="微软雅黑"/>
                    <a:ea typeface="微软雅黑"/>
                    <a:cs typeface="微软雅黑"/>
                    <a:sym typeface="微软雅黑"/>
                  </a:defRPr>
                </a:pPr>
                <a:endParaRPr/>
              </a:p>
            </p:txBody>
          </p:sp>
        </p:grpSp>
      </p:grpSp>
      <p:grpSp>
        <p:nvGrpSpPr>
          <p:cNvPr id="148" name="组合 18"/>
          <p:cNvGrpSpPr/>
          <p:nvPr/>
        </p:nvGrpSpPr>
        <p:grpSpPr>
          <a:xfrm>
            <a:off x="2761448" y="2827552"/>
            <a:ext cx="839789" cy="839789"/>
            <a:chOff x="-27437" y="38125"/>
            <a:chExt cx="839788" cy="839788"/>
          </a:xfrm>
        </p:grpSpPr>
        <p:sp>
          <p:nvSpPr>
            <p:cNvPr id="149" name="椭圆 19"/>
            <p:cNvSpPr/>
            <p:nvPr/>
          </p:nvSpPr>
          <p:spPr>
            <a:xfrm>
              <a:off x="-27437" y="38125"/>
              <a:ext cx="839788" cy="839788"/>
            </a:xfrm>
            <a:prstGeom prst="ellipse">
              <a:avLst/>
            </a:prstGeom>
            <a:solidFill>
              <a:srgbClr val="414455"/>
            </a:solidFill>
            <a:ln w="12700" cap="flat">
              <a:noFill/>
              <a:miter lim="400000"/>
            </a:ln>
            <a:effectLst/>
          </p:spPr>
          <p:txBody>
            <a:bodyPr wrap="square" lIns="45719" tIns="45719" rIns="45719" bIns="45719" numCol="1" anchor="ctr">
              <a:noAutofit/>
            </a:bodyPr>
            <a:lstStyle/>
            <a:p>
              <a:pPr algn="ctr">
                <a:defRPr>
                  <a:solidFill>
                    <a:srgbClr val="262626"/>
                  </a:solidFill>
                  <a:latin typeface="微软雅黑"/>
                  <a:ea typeface="微软雅黑"/>
                  <a:cs typeface="微软雅黑"/>
                  <a:sym typeface="微软雅黑"/>
                </a:defRPr>
              </a:pPr>
              <a:endParaRPr/>
            </a:p>
          </p:txBody>
        </p:sp>
        <p:sp>
          <p:nvSpPr>
            <p:cNvPr id="150" name="Freeform 5"/>
            <p:cNvSpPr/>
            <p:nvPr/>
          </p:nvSpPr>
          <p:spPr>
            <a:xfrm>
              <a:off x="120650" y="200025"/>
              <a:ext cx="601663" cy="377826"/>
            </a:xfrm>
            <a:custGeom>
              <a:avLst/>
              <a:gdLst/>
              <a:ahLst/>
              <a:cxnLst>
                <a:cxn ang="0">
                  <a:pos x="wd2" y="hd2"/>
                </a:cxn>
                <a:cxn ang="5400000">
                  <a:pos x="wd2" y="hd2"/>
                </a:cxn>
                <a:cxn ang="10800000">
                  <a:pos x="wd2" y="hd2"/>
                </a:cxn>
                <a:cxn ang="16200000">
                  <a:pos x="wd2" y="hd2"/>
                </a:cxn>
              </a:cxnLst>
              <a:rect l="0" t="0" r="r" b="b"/>
              <a:pathLst>
                <a:path w="21600" h="21600" extrusionOk="0">
                  <a:moveTo>
                    <a:pt x="17529" y="8667"/>
                  </a:moveTo>
                  <a:cubicBezTo>
                    <a:pt x="17529" y="3867"/>
                    <a:pt x="15120" y="0"/>
                    <a:pt x="12129" y="0"/>
                  </a:cubicBezTo>
                  <a:cubicBezTo>
                    <a:pt x="10135" y="0"/>
                    <a:pt x="8391" y="1733"/>
                    <a:pt x="7477" y="4400"/>
                  </a:cubicBezTo>
                  <a:cubicBezTo>
                    <a:pt x="7228" y="4400"/>
                    <a:pt x="6978" y="4267"/>
                    <a:pt x="6729" y="4267"/>
                  </a:cubicBezTo>
                  <a:cubicBezTo>
                    <a:pt x="4902" y="4267"/>
                    <a:pt x="3406" y="6267"/>
                    <a:pt x="2908" y="8933"/>
                  </a:cubicBezTo>
                  <a:cubicBezTo>
                    <a:pt x="1246" y="9733"/>
                    <a:pt x="0" y="12267"/>
                    <a:pt x="0" y="15200"/>
                  </a:cubicBezTo>
                  <a:cubicBezTo>
                    <a:pt x="0" y="18667"/>
                    <a:pt x="1828" y="21600"/>
                    <a:pt x="4071" y="21600"/>
                  </a:cubicBezTo>
                  <a:cubicBezTo>
                    <a:pt x="17529" y="21600"/>
                    <a:pt x="17529" y="21600"/>
                    <a:pt x="17529" y="21600"/>
                  </a:cubicBezTo>
                  <a:cubicBezTo>
                    <a:pt x="19772" y="21600"/>
                    <a:pt x="21600" y="18667"/>
                    <a:pt x="21600" y="15200"/>
                  </a:cubicBezTo>
                  <a:cubicBezTo>
                    <a:pt x="21600" y="11600"/>
                    <a:pt x="19772" y="8667"/>
                    <a:pt x="17529" y="8667"/>
                  </a:cubicBezTo>
                  <a:close/>
                  <a:moveTo>
                    <a:pt x="10800" y="19467"/>
                  </a:moveTo>
                  <a:cubicBezTo>
                    <a:pt x="6729" y="10800"/>
                    <a:pt x="6729" y="10800"/>
                    <a:pt x="6729" y="10800"/>
                  </a:cubicBezTo>
                  <a:cubicBezTo>
                    <a:pt x="9471" y="10800"/>
                    <a:pt x="9471" y="10800"/>
                    <a:pt x="9471" y="10800"/>
                  </a:cubicBezTo>
                  <a:cubicBezTo>
                    <a:pt x="9471" y="4267"/>
                    <a:pt x="9471" y="4267"/>
                    <a:pt x="9471" y="4267"/>
                  </a:cubicBezTo>
                  <a:cubicBezTo>
                    <a:pt x="12129" y="4267"/>
                    <a:pt x="12129" y="4267"/>
                    <a:pt x="12129" y="4267"/>
                  </a:cubicBezTo>
                  <a:cubicBezTo>
                    <a:pt x="12129" y="10800"/>
                    <a:pt x="12129" y="10800"/>
                    <a:pt x="12129" y="10800"/>
                  </a:cubicBezTo>
                  <a:cubicBezTo>
                    <a:pt x="14871" y="10800"/>
                    <a:pt x="14871" y="10800"/>
                    <a:pt x="14871" y="10800"/>
                  </a:cubicBezTo>
                  <a:lnTo>
                    <a:pt x="10800" y="19467"/>
                  </a:lnTo>
                  <a:close/>
                </a:path>
              </a:pathLst>
            </a:custGeom>
            <a:solidFill>
              <a:srgbClr val="FFFFFF"/>
            </a:solidFill>
            <a:ln w="12700" cap="flat">
              <a:noFill/>
              <a:miter lim="400000"/>
            </a:ln>
            <a:effectLst/>
          </p:spPr>
          <p:txBody>
            <a:bodyPr wrap="square" lIns="45719" tIns="45719" rIns="45719" bIns="45719" numCol="1" anchor="t">
              <a:noAutofit/>
            </a:bodyPr>
            <a:lstStyle/>
            <a:p>
              <a:pPr>
                <a:defRPr>
                  <a:solidFill>
                    <a:srgbClr val="262626"/>
                  </a:solidFill>
                  <a:latin typeface="微软雅黑"/>
                  <a:ea typeface="微软雅黑"/>
                  <a:cs typeface="微软雅黑"/>
                  <a:sym typeface="微软雅黑"/>
                </a:defRPr>
              </a:pPr>
              <a:endParaRPr/>
            </a:p>
          </p:txBody>
        </p:sp>
      </p:grpSp>
      <p:grpSp>
        <p:nvGrpSpPr>
          <p:cNvPr id="151" name="组合 21"/>
          <p:cNvGrpSpPr/>
          <p:nvPr/>
        </p:nvGrpSpPr>
        <p:grpSpPr>
          <a:xfrm>
            <a:off x="4805673" y="964626"/>
            <a:ext cx="839789" cy="839789"/>
            <a:chOff x="0" y="0"/>
            <a:chExt cx="839788" cy="839788"/>
          </a:xfrm>
        </p:grpSpPr>
        <p:sp>
          <p:nvSpPr>
            <p:cNvPr id="152" name="椭圆 22"/>
            <p:cNvSpPr/>
            <p:nvPr/>
          </p:nvSpPr>
          <p:spPr>
            <a:xfrm>
              <a:off x="0" y="0"/>
              <a:ext cx="839788" cy="839788"/>
            </a:xfrm>
            <a:prstGeom prst="ellipse">
              <a:avLst/>
            </a:prstGeom>
            <a:solidFill>
              <a:srgbClr val="414455"/>
            </a:solidFill>
            <a:ln w="12700" cap="flat">
              <a:noFill/>
              <a:miter lim="400000"/>
            </a:ln>
            <a:effectLst/>
          </p:spPr>
          <p:txBody>
            <a:bodyPr wrap="square" lIns="45719" tIns="45719" rIns="45719" bIns="45719" numCol="1" anchor="ctr">
              <a:noAutofit/>
            </a:bodyPr>
            <a:lstStyle/>
            <a:p>
              <a:pPr algn="ctr">
                <a:defRPr>
                  <a:solidFill>
                    <a:srgbClr val="262626"/>
                  </a:solidFill>
                  <a:latin typeface="微软雅黑"/>
                  <a:ea typeface="微软雅黑"/>
                  <a:cs typeface="微软雅黑"/>
                  <a:sym typeface="微软雅黑"/>
                </a:defRPr>
              </a:pPr>
              <a:endParaRPr dirty="0"/>
            </a:p>
          </p:txBody>
        </p:sp>
        <p:grpSp>
          <p:nvGrpSpPr>
            <p:cNvPr id="153" name="组合 23"/>
            <p:cNvGrpSpPr/>
            <p:nvPr/>
          </p:nvGrpSpPr>
          <p:grpSpPr>
            <a:xfrm>
              <a:off x="238124" y="252413"/>
              <a:ext cx="360168" cy="358610"/>
              <a:chOff x="0" y="0"/>
              <a:chExt cx="360167" cy="358608"/>
            </a:xfrm>
          </p:grpSpPr>
          <p:sp>
            <p:nvSpPr>
              <p:cNvPr id="154" name="Freeform 9"/>
              <p:cNvSpPr/>
              <p:nvPr/>
            </p:nvSpPr>
            <p:spPr>
              <a:xfrm>
                <a:off x="219075" y="220661"/>
                <a:ext cx="141093" cy="137948"/>
              </a:xfrm>
              <a:custGeom>
                <a:avLst/>
                <a:gdLst/>
                <a:ahLst/>
                <a:cxnLst>
                  <a:cxn ang="0">
                    <a:pos x="wd2" y="hd2"/>
                  </a:cxn>
                  <a:cxn ang="5400000">
                    <a:pos x="wd2" y="hd2"/>
                  </a:cxn>
                  <a:cxn ang="10800000">
                    <a:pos x="wd2" y="hd2"/>
                  </a:cxn>
                  <a:cxn ang="16200000">
                    <a:pos x="wd2" y="hd2"/>
                  </a:cxn>
                </a:cxnLst>
                <a:rect l="0" t="0" r="r" b="b"/>
                <a:pathLst>
                  <a:path w="21096" h="21089" extrusionOk="0">
                    <a:moveTo>
                      <a:pt x="19584" y="12259"/>
                    </a:moveTo>
                    <a:cubicBezTo>
                      <a:pt x="7200" y="0"/>
                      <a:pt x="7200" y="0"/>
                      <a:pt x="7200" y="0"/>
                    </a:cubicBezTo>
                    <a:cubicBezTo>
                      <a:pt x="5472" y="2919"/>
                      <a:pt x="2880" y="5254"/>
                      <a:pt x="0" y="7005"/>
                    </a:cubicBezTo>
                    <a:cubicBezTo>
                      <a:pt x="12384" y="19557"/>
                      <a:pt x="12384" y="19557"/>
                      <a:pt x="12384" y="19557"/>
                    </a:cubicBezTo>
                    <a:cubicBezTo>
                      <a:pt x="14400" y="21600"/>
                      <a:pt x="17568" y="21600"/>
                      <a:pt x="19584" y="19557"/>
                    </a:cubicBezTo>
                    <a:cubicBezTo>
                      <a:pt x="21600" y="17514"/>
                      <a:pt x="21600" y="14303"/>
                      <a:pt x="19584" y="12259"/>
                    </a:cubicBezTo>
                    <a:close/>
                  </a:path>
                </a:pathLst>
              </a:custGeom>
              <a:solidFill>
                <a:srgbClr val="F2F2F2"/>
              </a:solidFill>
              <a:ln w="12700" cap="flat">
                <a:noFill/>
                <a:miter lim="400000"/>
              </a:ln>
              <a:effectLst/>
            </p:spPr>
            <p:txBody>
              <a:bodyPr wrap="square" lIns="45719" tIns="45719" rIns="45719" bIns="45719" numCol="1" anchor="t">
                <a:noAutofit/>
              </a:bodyPr>
              <a:lstStyle/>
              <a:p>
                <a:pPr>
                  <a:defRPr>
                    <a:solidFill>
                      <a:srgbClr val="262626"/>
                    </a:solidFill>
                    <a:latin typeface="微软雅黑"/>
                    <a:ea typeface="微软雅黑"/>
                    <a:cs typeface="微软雅黑"/>
                    <a:sym typeface="微软雅黑"/>
                  </a:defRPr>
                </a:pPr>
                <a:endParaRPr/>
              </a:p>
            </p:txBody>
          </p:sp>
          <p:sp>
            <p:nvSpPr>
              <p:cNvPr id="155" name="Freeform 10"/>
              <p:cNvSpPr/>
              <p:nvPr/>
            </p:nvSpPr>
            <p:spPr>
              <a:xfrm>
                <a:off x="0" y="0"/>
                <a:ext cx="268288" cy="269875"/>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4783"/>
                      <a:pt x="16783" y="0"/>
                      <a:pt x="10878" y="0"/>
                    </a:cubicBezTo>
                    <a:cubicBezTo>
                      <a:pt x="4817" y="0"/>
                      <a:pt x="0" y="4783"/>
                      <a:pt x="0" y="10800"/>
                    </a:cubicBezTo>
                    <a:cubicBezTo>
                      <a:pt x="0" y="16663"/>
                      <a:pt x="4817" y="21600"/>
                      <a:pt x="10878" y="21600"/>
                    </a:cubicBezTo>
                    <a:cubicBezTo>
                      <a:pt x="16783" y="21600"/>
                      <a:pt x="21600" y="16663"/>
                      <a:pt x="21600" y="10800"/>
                    </a:cubicBezTo>
                    <a:close/>
                    <a:moveTo>
                      <a:pt x="10878" y="18823"/>
                    </a:moveTo>
                    <a:cubicBezTo>
                      <a:pt x="6371" y="18823"/>
                      <a:pt x="2642" y="15274"/>
                      <a:pt x="2642" y="10800"/>
                    </a:cubicBezTo>
                    <a:cubicBezTo>
                      <a:pt x="2642" y="6326"/>
                      <a:pt x="6371" y="2623"/>
                      <a:pt x="10878" y="2623"/>
                    </a:cubicBezTo>
                    <a:cubicBezTo>
                      <a:pt x="15229" y="2623"/>
                      <a:pt x="18958" y="6326"/>
                      <a:pt x="18958" y="10800"/>
                    </a:cubicBezTo>
                    <a:cubicBezTo>
                      <a:pt x="18958" y="15274"/>
                      <a:pt x="15229" y="18823"/>
                      <a:pt x="10878" y="18823"/>
                    </a:cubicBezTo>
                    <a:close/>
                  </a:path>
                </a:pathLst>
              </a:custGeom>
              <a:solidFill>
                <a:srgbClr val="F2F2F2"/>
              </a:solidFill>
              <a:ln w="12700" cap="flat">
                <a:noFill/>
                <a:miter lim="400000"/>
              </a:ln>
              <a:effectLst/>
            </p:spPr>
            <p:txBody>
              <a:bodyPr wrap="square" lIns="45719" tIns="45719" rIns="45719" bIns="45719" numCol="1" anchor="t">
                <a:noAutofit/>
              </a:bodyPr>
              <a:lstStyle/>
              <a:p>
                <a:pPr>
                  <a:defRPr>
                    <a:solidFill>
                      <a:srgbClr val="262626"/>
                    </a:solidFill>
                    <a:latin typeface="微软雅黑"/>
                    <a:ea typeface="微软雅黑"/>
                    <a:cs typeface="微软雅黑"/>
                    <a:sym typeface="微软雅黑"/>
                  </a:defRPr>
                </a:pPr>
                <a:endParaRPr/>
              </a:p>
            </p:txBody>
          </p:sp>
          <p:sp>
            <p:nvSpPr>
              <p:cNvPr id="156" name="Freeform 11"/>
              <p:cNvSpPr/>
              <p:nvPr/>
            </p:nvSpPr>
            <p:spPr>
              <a:xfrm>
                <a:off x="55563" y="55561"/>
                <a:ext cx="80963" cy="79376"/>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6322" y="21600"/>
                      <a:pt x="6322" y="21600"/>
                      <a:pt x="6322" y="21600"/>
                    </a:cubicBezTo>
                    <a:cubicBezTo>
                      <a:pt x="6322" y="13171"/>
                      <a:pt x="13171" y="6322"/>
                      <a:pt x="21600" y="6322"/>
                    </a:cubicBezTo>
                    <a:cubicBezTo>
                      <a:pt x="21600" y="0"/>
                      <a:pt x="21600" y="0"/>
                      <a:pt x="21600" y="0"/>
                    </a:cubicBezTo>
                    <a:cubicBezTo>
                      <a:pt x="9483" y="0"/>
                      <a:pt x="0" y="9483"/>
                      <a:pt x="0" y="21600"/>
                    </a:cubicBezTo>
                    <a:close/>
                  </a:path>
                </a:pathLst>
              </a:custGeom>
              <a:solidFill>
                <a:srgbClr val="F2F2F2"/>
              </a:solidFill>
              <a:ln w="12700" cap="flat">
                <a:noFill/>
                <a:miter lim="400000"/>
              </a:ln>
              <a:effectLst/>
            </p:spPr>
            <p:txBody>
              <a:bodyPr wrap="square" lIns="45719" tIns="45719" rIns="45719" bIns="45719" numCol="1" anchor="t">
                <a:noAutofit/>
              </a:bodyPr>
              <a:lstStyle/>
              <a:p>
                <a:pPr>
                  <a:defRPr>
                    <a:solidFill>
                      <a:srgbClr val="262626"/>
                    </a:solidFill>
                    <a:latin typeface="微软雅黑"/>
                    <a:ea typeface="微软雅黑"/>
                    <a:cs typeface="微软雅黑"/>
                    <a:sym typeface="微软雅黑"/>
                  </a:defRPr>
                </a:pPr>
                <a:endParaRPr/>
              </a:p>
            </p:txBody>
          </p:sp>
        </p:grpSp>
      </p:grpSp>
      <p:grpSp>
        <p:nvGrpSpPr>
          <p:cNvPr id="157" name="组合 27"/>
          <p:cNvGrpSpPr/>
          <p:nvPr/>
        </p:nvGrpSpPr>
        <p:grpSpPr>
          <a:xfrm>
            <a:off x="4823983" y="2828324"/>
            <a:ext cx="839789" cy="839789"/>
            <a:chOff x="3871" y="38897"/>
            <a:chExt cx="839788" cy="839788"/>
          </a:xfrm>
        </p:grpSpPr>
        <p:sp>
          <p:nvSpPr>
            <p:cNvPr id="158" name="椭圆 28"/>
            <p:cNvSpPr/>
            <p:nvPr/>
          </p:nvSpPr>
          <p:spPr>
            <a:xfrm>
              <a:off x="3871" y="38897"/>
              <a:ext cx="839788" cy="839788"/>
            </a:xfrm>
            <a:prstGeom prst="ellipse">
              <a:avLst/>
            </a:prstGeom>
            <a:solidFill>
              <a:srgbClr val="414455"/>
            </a:solidFill>
            <a:ln w="12700" cap="flat">
              <a:noFill/>
              <a:miter lim="400000"/>
            </a:ln>
            <a:effectLst/>
          </p:spPr>
          <p:txBody>
            <a:bodyPr wrap="square" lIns="45719" tIns="45719" rIns="45719" bIns="45719" numCol="1" anchor="ctr">
              <a:noAutofit/>
            </a:bodyPr>
            <a:lstStyle/>
            <a:p>
              <a:pPr algn="ctr">
                <a:defRPr>
                  <a:solidFill>
                    <a:srgbClr val="262626"/>
                  </a:solidFill>
                  <a:latin typeface="微软雅黑"/>
                  <a:ea typeface="微软雅黑"/>
                  <a:cs typeface="微软雅黑"/>
                  <a:sym typeface="微软雅黑"/>
                </a:defRPr>
              </a:pPr>
              <a:endParaRPr/>
            </a:p>
          </p:txBody>
        </p:sp>
        <p:sp>
          <p:nvSpPr>
            <p:cNvPr id="159" name="Freeform 7"/>
            <p:cNvSpPr/>
            <p:nvPr/>
          </p:nvSpPr>
          <p:spPr>
            <a:xfrm>
              <a:off x="233363" y="176212"/>
              <a:ext cx="409576" cy="444501"/>
            </a:xfrm>
            <a:custGeom>
              <a:avLst/>
              <a:gdLst/>
              <a:ahLst/>
              <a:cxnLst>
                <a:cxn ang="0">
                  <a:pos x="wd2" y="hd2"/>
                </a:cxn>
                <a:cxn ang="5400000">
                  <a:pos x="wd2" y="hd2"/>
                </a:cxn>
                <a:cxn ang="10800000">
                  <a:pos x="wd2" y="hd2"/>
                </a:cxn>
                <a:cxn ang="16200000">
                  <a:pos x="wd2" y="hd2"/>
                </a:cxn>
              </a:cxnLst>
              <a:rect l="0" t="0" r="r" b="b"/>
              <a:pathLst>
                <a:path w="21600" h="21600" extrusionOk="0">
                  <a:moveTo>
                    <a:pt x="10800" y="11455"/>
                  </a:moveTo>
                  <a:cubicBezTo>
                    <a:pt x="8424" y="11455"/>
                    <a:pt x="6480" y="12927"/>
                    <a:pt x="6480" y="14727"/>
                  </a:cubicBezTo>
                  <a:cubicBezTo>
                    <a:pt x="6480" y="16691"/>
                    <a:pt x="8424" y="18164"/>
                    <a:pt x="10800" y="18164"/>
                  </a:cubicBezTo>
                  <a:cubicBezTo>
                    <a:pt x="13176" y="18164"/>
                    <a:pt x="15120" y="16691"/>
                    <a:pt x="15120" y="14727"/>
                  </a:cubicBezTo>
                  <a:cubicBezTo>
                    <a:pt x="15120" y="12927"/>
                    <a:pt x="13176" y="11455"/>
                    <a:pt x="10800" y="11455"/>
                  </a:cubicBezTo>
                  <a:close/>
                  <a:moveTo>
                    <a:pt x="11448" y="15218"/>
                  </a:moveTo>
                  <a:cubicBezTo>
                    <a:pt x="11448" y="16691"/>
                    <a:pt x="11448" y="16691"/>
                    <a:pt x="11448" y="16691"/>
                  </a:cubicBezTo>
                  <a:cubicBezTo>
                    <a:pt x="11448" y="17018"/>
                    <a:pt x="11232" y="17182"/>
                    <a:pt x="10800" y="17182"/>
                  </a:cubicBezTo>
                  <a:cubicBezTo>
                    <a:pt x="10368" y="17182"/>
                    <a:pt x="10152" y="17018"/>
                    <a:pt x="10152" y="16691"/>
                  </a:cubicBezTo>
                  <a:cubicBezTo>
                    <a:pt x="10152" y="15218"/>
                    <a:pt x="10152" y="15218"/>
                    <a:pt x="10152" y="15218"/>
                  </a:cubicBezTo>
                  <a:cubicBezTo>
                    <a:pt x="9504" y="14891"/>
                    <a:pt x="8856" y="14400"/>
                    <a:pt x="8856" y="13745"/>
                  </a:cubicBezTo>
                  <a:cubicBezTo>
                    <a:pt x="8856" y="13091"/>
                    <a:pt x="9720" y="12436"/>
                    <a:pt x="10800" y="12436"/>
                  </a:cubicBezTo>
                  <a:cubicBezTo>
                    <a:pt x="11880" y="12436"/>
                    <a:pt x="12744" y="13091"/>
                    <a:pt x="12744" y="13745"/>
                  </a:cubicBezTo>
                  <a:cubicBezTo>
                    <a:pt x="12744" y="14400"/>
                    <a:pt x="12096" y="14891"/>
                    <a:pt x="11448" y="15218"/>
                  </a:cubicBezTo>
                  <a:close/>
                  <a:moveTo>
                    <a:pt x="18576" y="8182"/>
                  </a:moveTo>
                  <a:cubicBezTo>
                    <a:pt x="18576" y="5891"/>
                    <a:pt x="18576" y="5891"/>
                    <a:pt x="18576" y="5891"/>
                  </a:cubicBezTo>
                  <a:cubicBezTo>
                    <a:pt x="18576" y="2618"/>
                    <a:pt x="15120" y="0"/>
                    <a:pt x="10800" y="0"/>
                  </a:cubicBezTo>
                  <a:cubicBezTo>
                    <a:pt x="6480" y="0"/>
                    <a:pt x="3024" y="2618"/>
                    <a:pt x="3024" y="5891"/>
                  </a:cubicBezTo>
                  <a:cubicBezTo>
                    <a:pt x="3024" y="8182"/>
                    <a:pt x="3024" y="8182"/>
                    <a:pt x="3024" y="8182"/>
                  </a:cubicBezTo>
                  <a:cubicBezTo>
                    <a:pt x="1296" y="8673"/>
                    <a:pt x="0" y="9818"/>
                    <a:pt x="0" y="11291"/>
                  </a:cubicBezTo>
                  <a:cubicBezTo>
                    <a:pt x="0" y="18327"/>
                    <a:pt x="0" y="18327"/>
                    <a:pt x="0" y="18327"/>
                  </a:cubicBezTo>
                  <a:cubicBezTo>
                    <a:pt x="0" y="20127"/>
                    <a:pt x="1944" y="21600"/>
                    <a:pt x="4320" y="21600"/>
                  </a:cubicBezTo>
                  <a:cubicBezTo>
                    <a:pt x="17280" y="21600"/>
                    <a:pt x="17280" y="21600"/>
                    <a:pt x="17280" y="21600"/>
                  </a:cubicBezTo>
                  <a:cubicBezTo>
                    <a:pt x="19656" y="21600"/>
                    <a:pt x="21600" y="20127"/>
                    <a:pt x="21600" y="18327"/>
                  </a:cubicBezTo>
                  <a:cubicBezTo>
                    <a:pt x="21600" y="11291"/>
                    <a:pt x="21600" y="11291"/>
                    <a:pt x="21600" y="11291"/>
                  </a:cubicBezTo>
                  <a:cubicBezTo>
                    <a:pt x="21600" y="9818"/>
                    <a:pt x="20304" y="8673"/>
                    <a:pt x="18576" y="8182"/>
                  </a:cubicBezTo>
                  <a:close/>
                  <a:moveTo>
                    <a:pt x="10800" y="18818"/>
                  </a:moveTo>
                  <a:cubicBezTo>
                    <a:pt x="7776" y="18818"/>
                    <a:pt x="5400" y="17018"/>
                    <a:pt x="5400" y="14727"/>
                  </a:cubicBezTo>
                  <a:cubicBezTo>
                    <a:pt x="5400" y="12600"/>
                    <a:pt x="7776" y="10800"/>
                    <a:pt x="10800" y="10800"/>
                  </a:cubicBezTo>
                  <a:cubicBezTo>
                    <a:pt x="13824" y="10800"/>
                    <a:pt x="16200" y="12600"/>
                    <a:pt x="16200" y="14727"/>
                  </a:cubicBezTo>
                  <a:cubicBezTo>
                    <a:pt x="16200" y="17018"/>
                    <a:pt x="13824" y="18818"/>
                    <a:pt x="10800" y="18818"/>
                  </a:cubicBezTo>
                  <a:close/>
                  <a:moveTo>
                    <a:pt x="16416" y="8018"/>
                  </a:moveTo>
                  <a:cubicBezTo>
                    <a:pt x="5184" y="8018"/>
                    <a:pt x="5184" y="8018"/>
                    <a:pt x="5184" y="8018"/>
                  </a:cubicBezTo>
                  <a:cubicBezTo>
                    <a:pt x="5184" y="5891"/>
                    <a:pt x="5184" y="5891"/>
                    <a:pt x="5184" y="5891"/>
                  </a:cubicBezTo>
                  <a:cubicBezTo>
                    <a:pt x="5184" y="3600"/>
                    <a:pt x="7776" y="1800"/>
                    <a:pt x="10800" y="1800"/>
                  </a:cubicBezTo>
                  <a:cubicBezTo>
                    <a:pt x="13824" y="1800"/>
                    <a:pt x="16416" y="3600"/>
                    <a:pt x="16416" y="5891"/>
                  </a:cubicBezTo>
                  <a:lnTo>
                    <a:pt x="16416" y="8018"/>
                  </a:lnTo>
                  <a:close/>
                </a:path>
              </a:pathLst>
            </a:custGeom>
            <a:solidFill>
              <a:srgbClr val="FFFFFF"/>
            </a:solidFill>
            <a:ln w="12700" cap="flat">
              <a:noFill/>
              <a:miter lim="400000"/>
            </a:ln>
            <a:effectLst/>
          </p:spPr>
          <p:txBody>
            <a:bodyPr wrap="square" lIns="45719" tIns="45719" rIns="45719" bIns="45719" numCol="1" anchor="t">
              <a:noAutofit/>
            </a:bodyPr>
            <a:lstStyle/>
            <a:p>
              <a:pPr>
                <a:defRPr>
                  <a:solidFill>
                    <a:srgbClr val="262626"/>
                  </a:solidFill>
                  <a:latin typeface="微软雅黑"/>
                  <a:ea typeface="微软雅黑"/>
                  <a:cs typeface="微软雅黑"/>
                  <a:sym typeface="微软雅黑"/>
                </a:defRPr>
              </a:pPr>
              <a:endParaRPr/>
            </a:p>
          </p:txBody>
        </p:sp>
      </p:grpSp>
      <p:sp>
        <p:nvSpPr>
          <p:cNvPr id="160" name="文本框 49"/>
          <p:cNvSpPr txBox="1"/>
          <p:nvPr/>
        </p:nvSpPr>
        <p:spPr>
          <a:xfrm>
            <a:off x="708024" y="1802003"/>
            <a:ext cx="1292763" cy="336550"/>
          </a:xfrm>
          <a:prstGeom prst="rect">
            <a:avLst/>
          </a:prstGeom>
          <a:ln w="12700">
            <a:miter lim="400000"/>
          </a:ln>
          <a:extLst>
            <a:ext uri="{C572A759-6A51-4108-AA02-DFA0A04FC94B}"/>
          </a:extLst>
        </p:spPr>
        <p:txBody>
          <a:bodyPr wrap="square" lIns="45719" rIns="45719">
            <a:spAutoFit/>
          </a:bodyPr>
          <a:lstStyle/>
          <a:p>
            <a:pPr>
              <a:buClrTx/>
              <a:buSzTx/>
              <a:buFontTx/>
              <a:buNone/>
              <a:defRPr sz="1600" b="0" i="0" u="none" strike="noStrike" spc="0" baseline="0">
                <a:ln>
                  <a:noFill/>
                </a:ln>
                <a:solidFill>
                  <a:srgbClr val="262626">
                    <a:alpha val="100000"/>
                  </a:srgbClr>
                </a:solidFill>
                <a:effectLst/>
                <a:latin typeface="微软雅黑"/>
                <a:ea typeface="微软雅黑"/>
                <a:cs typeface="微软雅黑"/>
                <a:sym typeface="微软雅黑"/>
              </a:defRPr>
            </a:pPr>
            <a:r>
              <a:rPr lang="en-US" dirty="0"/>
              <a:t>2024-9-20</a:t>
            </a:r>
            <a:endParaRPr dirty="0"/>
          </a:p>
        </p:txBody>
      </p:sp>
      <p:sp>
        <p:nvSpPr>
          <p:cNvPr id="161" name="文本框 50"/>
          <p:cNvSpPr txBox="1"/>
          <p:nvPr/>
        </p:nvSpPr>
        <p:spPr>
          <a:xfrm>
            <a:off x="287271" y="2105665"/>
            <a:ext cx="1952776" cy="830997"/>
          </a:xfrm>
          <a:prstGeom prst="rect">
            <a:avLst/>
          </a:prstGeom>
          <a:ln w="12700">
            <a:miter lim="400000"/>
          </a:ln>
          <a:extLst>
            <a:ext uri="{C572A759-6A51-4108-AA02-DFA0A04FC94B}"/>
          </a:extLst>
        </p:spPr>
        <p:txBody>
          <a:bodyPr wrap="square" lIns="45719" rIns="45719">
            <a:spAutoFit/>
          </a:bodyPr>
          <a:lstStyle>
            <a:lvl1pPr>
              <a:defRPr sz="1200">
                <a:solidFill>
                  <a:srgbClr val="0D0D0D"/>
                </a:solidFill>
                <a:latin typeface="微软雅黑"/>
                <a:ea typeface="微软雅黑"/>
                <a:cs typeface="微软雅黑"/>
                <a:sym typeface="微软雅黑"/>
              </a:defRPr>
            </a:lvl1pPr>
          </a:lstStyle>
          <a:p>
            <a:pPr algn="ctr"/>
            <a:r>
              <a:rPr lang="zh-CN" altLang="en-US" dirty="0"/>
              <a:t>阅读文献，了解反演案例，确定数据库设计需求，为数据存储和管理提供基础。</a:t>
            </a:r>
          </a:p>
          <a:p>
            <a:pPr algn="ctr">
              <a:buClrTx/>
              <a:buSzTx/>
              <a:buFontTx/>
              <a:buNone/>
            </a:pPr>
            <a:endParaRPr dirty="0"/>
          </a:p>
        </p:txBody>
      </p:sp>
      <p:sp>
        <p:nvSpPr>
          <p:cNvPr id="162" name="文本框 53"/>
          <p:cNvSpPr txBox="1"/>
          <p:nvPr/>
        </p:nvSpPr>
        <p:spPr>
          <a:xfrm>
            <a:off x="2648488" y="1828674"/>
            <a:ext cx="1502028" cy="336550"/>
          </a:xfrm>
          <a:prstGeom prst="rect">
            <a:avLst/>
          </a:prstGeom>
          <a:ln w="12700">
            <a:miter lim="400000"/>
          </a:ln>
          <a:extLst>
            <a:ext uri="{C572A759-6A51-4108-AA02-DFA0A04FC94B}"/>
          </a:extLst>
        </p:spPr>
        <p:txBody>
          <a:bodyPr wrap="square" lIns="45719" rIns="45719">
            <a:spAutoFit/>
          </a:bodyPr>
          <a:lstStyle/>
          <a:p>
            <a:pPr>
              <a:buClrTx/>
              <a:buSzTx/>
              <a:buFontTx/>
              <a:buNone/>
              <a:defRPr sz="1600" b="0" i="0" u="none" strike="noStrike" spc="0" baseline="0">
                <a:ln>
                  <a:noFill/>
                </a:ln>
                <a:solidFill>
                  <a:srgbClr val="262626">
                    <a:alpha val="100000"/>
                  </a:srgbClr>
                </a:solidFill>
                <a:effectLst/>
                <a:latin typeface="微软雅黑"/>
                <a:ea typeface="微软雅黑"/>
                <a:cs typeface="微软雅黑"/>
                <a:sym typeface="微软雅黑"/>
              </a:defRPr>
            </a:pPr>
            <a:r>
              <a:rPr lang="en-US" dirty="0"/>
              <a:t>2024-10-1</a:t>
            </a:r>
            <a:endParaRPr dirty="0"/>
          </a:p>
        </p:txBody>
      </p:sp>
      <p:sp>
        <p:nvSpPr>
          <p:cNvPr id="163" name="文本框 54"/>
          <p:cNvSpPr txBox="1"/>
          <p:nvPr/>
        </p:nvSpPr>
        <p:spPr>
          <a:xfrm>
            <a:off x="2282009" y="2095168"/>
            <a:ext cx="1963912" cy="830997"/>
          </a:xfrm>
          <a:prstGeom prst="rect">
            <a:avLst/>
          </a:prstGeom>
          <a:ln w="12700">
            <a:miter lim="400000"/>
          </a:ln>
          <a:extLst>
            <a:ext uri="{C572A759-6A51-4108-AA02-DFA0A04FC94B}"/>
          </a:extLst>
        </p:spPr>
        <p:txBody>
          <a:bodyPr wrap="square" lIns="45719" rIns="45719">
            <a:spAutoFit/>
          </a:bodyPr>
          <a:lstStyle>
            <a:lvl1pPr>
              <a:defRPr sz="1200">
                <a:solidFill>
                  <a:srgbClr val="0D0D0D"/>
                </a:solidFill>
                <a:latin typeface="微软雅黑"/>
                <a:ea typeface="微软雅黑"/>
                <a:cs typeface="微软雅黑"/>
                <a:sym typeface="微软雅黑"/>
              </a:defRPr>
            </a:lvl1pPr>
          </a:lstStyle>
          <a:p>
            <a:pPr algn="ctr"/>
            <a:r>
              <a:rPr lang="zh-CN" altLang="en-US" dirty="0"/>
              <a:t>熟悉遥感数据和深度学习模型，设计数据库结构以存储预处理数据和实验结果。</a:t>
            </a:r>
          </a:p>
          <a:p>
            <a:pPr algn="ctr">
              <a:buClrTx/>
              <a:buSzTx/>
              <a:buFontTx/>
              <a:buNone/>
            </a:pPr>
            <a:endParaRPr dirty="0"/>
          </a:p>
        </p:txBody>
      </p:sp>
      <p:sp>
        <p:nvSpPr>
          <p:cNvPr id="164" name="文本框 56"/>
          <p:cNvSpPr txBox="1"/>
          <p:nvPr/>
        </p:nvSpPr>
        <p:spPr>
          <a:xfrm>
            <a:off x="4659775" y="1798828"/>
            <a:ext cx="1645331" cy="336550"/>
          </a:xfrm>
          <a:prstGeom prst="rect">
            <a:avLst/>
          </a:prstGeom>
          <a:ln w="12700">
            <a:miter lim="400000"/>
          </a:ln>
          <a:extLst>
            <a:ext uri="{C572A759-6A51-4108-AA02-DFA0A04FC94B}"/>
          </a:extLst>
        </p:spPr>
        <p:txBody>
          <a:bodyPr wrap="square" lIns="45719" rIns="45719">
            <a:spAutoFit/>
          </a:bodyPr>
          <a:lstStyle/>
          <a:p>
            <a:pPr>
              <a:buClrTx/>
              <a:buSzTx/>
              <a:buFontTx/>
              <a:buNone/>
              <a:defRPr sz="1600" b="0" i="0" u="none" strike="noStrike" spc="0" baseline="0">
                <a:ln>
                  <a:noFill/>
                </a:ln>
                <a:solidFill>
                  <a:srgbClr val="262626">
                    <a:alpha val="100000"/>
                  </a:srgbClr>
                </a:solidFill>
                <a:effectLst/>
                <a:latin typeface="微软雅黑"/>
                <a:ea typeface="微软雅黑"/>
                <a:cs typeface="微软雅黑"/>
                <a:sym typeface="微软雅黑"/>
              </a:defRPr>
            </a:pPr>
            <a:r>
              <a:rPr lang="en-US" dirty="0"/>
              <a:t>2024-10-10</a:t>
            </a:r>
            <a:endParaRPr dirty="0"/>
          </a:p>
        </p:txBody>
      </p:sp>
      <p:sp>
        <p:nvSpPr>
          <p:cNvPr id="165" name="文本框 57"/>
          <p:cNvSpPr txBox="1"/>
          <p:nvPr/>
        </p:nvSpPr>
        <p:spPr>
          <a:xfrm>
            <a:off x="4401807" y="2044144"/>
            <a:ext cx="1778000" cy="1015663"/>
          </a:xfrm>
          <a:prstGeom prst="rect">
            <a:avLst/>
          </a:prstGeom>
          <a:ln w="12700">
            <a:miter lim="400000"/>
          </a:ln>
          <a:extLst>
            <a:ext uri="{C572A759-6A51-4108-AA02-DFA0A04FC94B}"/>
          </a:extLst>
        </p:spPr>
        <p:txBody>
          <a:bodyPr wrap="square" lIns="45719" rIns="45719">
            <a:spAutoFit/>
          </a:bodyPr>
          <a:lstStyle>
            <a:lvl1pPr>
              <a:defRPr sz="1200">
                <a:solidFill>
                  <a:srgbClr val="0D0D0D"/>
                </a:solidFill>
                <a:latin typeface="微软雅黑"/>
                <a:ea typeface="微软雅黑"/>
                <a:cs typeface="微软雅黑"/>
                <a:sym typeface="微软雅黑"/>
              </a:defRPr>
            </a:lvl1pPr>
          </a:lstStyle>
          <a:p>
            <a:pPr algn="ctr"/>
            <a:r>
              <a:rPr lang="zh-CN" altLang="en-US" dirty="0"/>
              <a:t>进行简单的算法和模型应用，测试数据存入数据库的可行性，建立基础的数据查询机制。</a:t>
            </a:r>
          </a:p>
          <a:p>
            <a:pPr algn="ctr">
              <a:buClrTx/>
              <a:buSzTx/>
              <a:buFontTx/>
              <a:buNone/>
            </a:pPr>
            <a:endParaRPr dirty="0"/>
          </a:p>
        </p:txBody>
      </p:sp>
      <p:sp>
        <p:nvSpPr>
          <p:cNvPr id="166" name="文本框 59"/>
          <p:cNvSpPr txBox="1"/>
          <p:nvPr/>
        </p:nvSpPr>
        <p:spPr>
          <a:xfrm>
            <a:off x="457065" y="3652237"/>
            <a:ext cx="1586376" cy="336550"/>
          </a:xfrm>
          <a:prstGeom prst="rect">
            <a:avLst/>
          </a:prstGeom>
          <a:ln w="12700">
            <a:miter lim="400000"/>
          </a:ln>
          <a:extLst>
            <a:ext uri="{C572A759-6A51-4108-AA02-DFA0A04FC94B}"/>
          </a:extLst>
        </p:spPr>
        <p:txBody>
          <a:bodyPr wrap="square" lIns="45719" rIns="45719">
            <a:spAutoFit/>
          </a:bodyPr>
          <a:lstStyle/>
          <a:p>
            <a:pPr algn="ctr">
              <a:buClrTx/>
              <a:buSzTx/>
              <a:buFontTx/>
              <a:buNone/>
              <a:defRPr sz="1600" b="0" i="0" u="none" strike="noStrike" spc="0" baseline="0">
                <a:ln>
                  <a:noFill/>
                </a:ln>
                <a:solidFill>
                  <a:srgbClr val="262626">
                    <a:alpha val="100000"/>
                  </a:srgbClr>
                </a:solidFill>
                <a:effectLst/>
                <a:latin typeface="微软雅黑"/>
                <a:ea typeface="微软雅黑"/>
                <a:cs typeface="微软雅黑"/>
                <a:sym typeface="微软雅黑"/>
              </a:defRPr>
            </a:pPr>
            <a:r>
              <a:rPr lang="en-US" dirty="0"/>
              <a:t>2024-12-31</a:t>
            </a:r>
            <a:endParaRPr dirty="0"/>
          </a:p>
        </p:txBody>
      </p:sp>
      <p:sp>
        <p:nvSpPr>
          <p:cNvPr id="167" name="文本框 60"/>
          <p:cNvSpPr txBox="1"/>
          <p:nvPr/>
        </p:nvSpPr>
        <p:spPr>
          <a:xfrm>
            <a:off x="184319" y="3959453"/>
            <a:ext cx="2072722" cy="1015663"/>
          </a:xfrm>
          <a:prstGeom prst="rect">
            <a:avLst/>
          </a:prstGeom>
          <a:ln w="12700">
            <a:miter lim="400000"/>
          </a:ln>
          <a:extLst>
            <a:ext uri="{C572A759-6A51-4108-AA02-DFA0A04FC94B}"/>
          </a:extLst>
        </p:spPr>
        <p:txBody>
          <a:bodyPr wrap="square" lIns="45719" rIns="45719">
            <a:spAutoFit/>
          </a:bodyPr>
          <a:lstStyle>
            <a:lvl1pPr>
              <a:defRPr sz="1200">
                <a:solidFill>
                  <a:srgbClr val="0D0D0D"/>
                </a:solidFill>
                <a:latin typeface="微软雅黑"/>
                <a:ea typeface="微软雅黑"/>
                <a:cs typeface="微软雅黑"/>
                <a:sym typeface="微软雅黑"/>
              </a:defRPr>
            </a:lvl1pPr>
          </a:lstStyle>
          <a:p>
            <a:pPr algn="ctr"/>
            <a:r>
              <a:rPr lang="zh-CN" altLang="en-US" dirty="0"/>
              <a:t>进行项目的收尾工作，确保数据库中包含完整的实验过程记录和结果数据，便于后续的结果分析和可追溯性，撰写阶段性总结报告。</a:t>
            </a:r>
            <a:endParaRPr dirty="0"/>
          </a:p>
        </p:txBody>
      </p:sp>
      <p:sp>
        <p:nvSpPr>
          <p:cNvPr id="168" name="文本框 62"/>
          <p:cNvSpPr txBox="1"/>
          <p:nvPr/>
        </p:nvSpPr>
        <p:spPr>
          <a:xfrm>
            <a:off x="2578310" y="3656939"/>
            <a:ext cx="1733550" cy="336549"/>
          </a:xfrm>
          <a:prstGeom prst="rect">
            <a:avLst/>
          </a:prstGeom>
          <a:ln w="12700">
            <a:miter lim="400000"/>
          </a:ln>
          <a:extLst>
            <a:ext uri="{C572A759-6A51-4108-AA02-DFA0A04FC94B}"/>
          </a:extLst>
        </p:spPr>
        <p:txBody>
          <a:bodyPr wrap="square" lIns="45719" rIns="45719">
            <a:spAutoFit/>
          </a:bodyPr>
          <a:lstStyle/>
          <a:p>
            <a:pPr>
              <a:buClrTx/>
              <a:buSzTx/>
              <a:buFontTx/>
              <a:buNone/>
              <a:defRPr sz="1600" b="0" i="0" u="none" strike="noStrike" spc="0" baseline="0">
                <a:ln>
                  <a:noFill/>
                </a:ln>
                <a:solidFill>
                  <a:srgbClr val="262626">
                    <a:alpha val="100000"/>
                  </a:srgbClr>
                </a:solidFill>
                <a:effectLst/>
                <a:latin typeface="微软雅黑"/>
                <a:ea typeface="微软雅黑"/>
                <a:cs typeface="微软雅黑"/>
                <a:sym typeface="微软雅黑"/>
              </a:defRPr>
            </a:pPr>
            <a:r>
              <a:rPr lang="en-US" dirty="0"/>
              <a:t>2024-12-15</a:t>
            </a:r>
            <a:endParaRPr dirty="0"/>
          </a:p>
        </p:txBody>
      </p:sp>
      <p:sp>
        <p:nvSpPr>
          <p:cNvPr id="169" name="文本框 63"/>
          <p:cNvSpPr txBox="1"/>
          <p:nvPr/>
        </p:nvSpPr>
        <p:spPr>
          <a:xfrm>
            <a:off x="2275290" y="3960015"/>
            <a:ext cx="2072721" cy="1200329"/>
          </a:xfrm>
          <a:prstGeom prst="rect">
            <a:avLst/>
          </a:prstGeom>
          <a:ln w="12700">
            <a:miter lim="400000"/>
          </a:ln>
          <a:extLst>
            <a:ext uri="{C572A759-6A51-4108-AA02-DFA0A04FC94B}"/>
          </a:extLst>
        </p:spPr>
        <p:txBody>
          <a:bodyPr wrap="square" lIns="45719" rIns="45719">
            <a:spAutoFit/>
          </a:bodyPr>
          <a:lstStyle>
            <a:lvl1pPr>
              <a:defRPr sz="1200">
                <a:solidFill>
                  <a:srgbClr val="0D0D0D"/>
                </a:solidFill>
                <a:latin typeface="微软雅黑"/>
                <a:ea typeface="微软雅黑"/>
                <a:cs typeface="微软雅黑"/>
                <a:sym typeface="微软雅黑"/>
              </a:defRPr>
            </a:lvl1pPr>
          </a:lstStyle>
          <a:p>
            <a:pPr algn="ctr"/>
            <a:r>
              <a:rPr lang="zh-CN" altLang="en-US" dirty="0"/>
              <a:t>完成融合模型的最终训练，使用完整的数据集进行训练和验证，并在数据库中记录所有训练过程中的中间结果、模型配置和最终验证指标。</a:t>
            </a:r>
          </a:p>
          <a:p>
            <a:pPr algn="ctr">
              <a:buClrTx/>
              <a:buSzTx/>
              <a:buFontTx/>
              <a:buNone/>
            </a:pPr>
            <a:endParaRPr dirty="0"/>
          </a:p>
        </p:txBody>
      </p:sp>
      <p:sp>
        <p:nvSpPr>
          <p:cNvPr id="170" name="文本框 65"/>
          <p:cNvSpPr txBox="1"/>
          <p:nvPr/>
        </p:nvSpPr>
        <p:spPr>
          <a:xfrm>
            <a:off x="4731494" y="3656939"/>
            <a:ext cx="1291190" cy="336550"/>
          </a:xfrm>
          <a:prstGeom prst="rect">
            <a:avLst/>
          </a:prstGeom>
          <a:ln w="12700">
            <a:miter lim="400000"/>
          </a:ln>
          <a:extLst>
            <a:ext uri="{C572A759-6A51-4108-AA02-DFA0A04FC94B}"/>
          </a:extLst>
        </p:spPr>
        <p:txBody>
          <a:bodyPr wrap="square" lIns="45719" rIns="45719">
            <a:spAutoFit/>
          </a:bodyPr>
          <a:lstStyle/>
          <a:p>
            <a:pPr>
              <a:buClrTx/>
              <a:buSzTx/>
              <a:buFontTx/>
              <a:buNone/>
              <a:defRPr sz="1600" b="0" i="0" u="none" strike="noStrike" spc="0" baseline="0">
                <a:ln>
                  <a:noFill/>
                </a:ln>
                <a:solidFill>
                  <a:srgbClr val="262626">
                    <a:alpha val="100000"/>
                  </a:srgbClr>
                </a:solidFill>
                <a:effectLst/>
                <a:latin typeface="微软雅黑"/>
                <a:ea typeface="微软雅黑"/>
                <a:cs typeface="微软雅黑"/>
                <a:sym typeface="微软雅黑"/>
              </a:defRPr>
            </a:pPr>
            <a:r>
              <a:rPr lang="en-US" dirty="0"/>
              <a:t>2024-11-30</a:t>
            </a:r>
            <a:endParaRPr dirty="0"/>
          </a:p>
        </p:txBody>
      </p:sp>
      <p:sp>
        <p:nvSpPr>
          <p:cNvPr id="171" name="文本框 66"/>
          <p:cNvSpPr txBox="1"/>
          <p:nvPr/>
        </p:nvSpPr>
        <p:spPr>
          <a:xfrm>
            <a:off x="4401807" y="3961868"/>
            <a:ext cx="1938431" cy="1384995"/>
          </a:xfrm>
          <a:prstGeom prst="rect">
            <a:avLst/>
          </a:prstGeom>
          <a:ln w="12700">
            <a:miter lim="400000"/>
          </a:ln>
          <a:extLst>
            <a:ext uri="{C572A759-6A51-4108-AA02-DFA0A04FC94B}"/>
          </a:extLst>
        </p:spPr>
        <p:txBody>
          <a:bodyPr wrap="square" lIns="45719" rIns="45719">
            <a:spAutoFit/>
          </a:bodyPr>
          <a:lstStyle>
            <a:lvl1pPr>
              <a:defRPr sz="1200">
                <a:solidFill>
                  <a:srgbClr val="0D0D0D"/>
                </a:solidFill>
                <a:latin typeface="微软雅黑"/>
                <a:ea typeface="微软雅黑"/>
                <a:cs typeface="微软雅黑"/>
                <a:sym typeface="微软雅黑"/>
              </a:defRPr>
            </a:lvl1pPr>
          </a:lstStyle>
          <a:p>
            <a:pPr algn="ctr"/>
            <a:r>
              <a:rPr lang="zh-CN" altLang="en-US" dirty="0"/>
              <a:t>总结多次实验结果，选出性能最优的模型配置，确定最适合海面温度反演的模型方案。进一步对数据库中存储的实验记录进行分析，形成最终的模型选择依据。</a:t>
            </a:r>
          </a:p>
          <a:p>
            <a:pPr algn="ctr">
              <a:buClrTx/>
              <a:buSzTx/>
              <a:buFontTx/>
              <a:buNone/>
            </a:pPr>
            <a:endParaRPr dirty="0"/>
          </a:p>
        </p:txBody>
      </p:sp>
      <p:sp>
        <p:nvSpPr>
          <p:cNvPr id="172" name="右箭头 5"/>
          <p:cNvSpPr/>
          <p:nvPr/>
        </p:nvSpPr>
        <p:spPr>
          <a:xfrm>
            <a:off x="3653582" y="1277333"/>
            <a:ext cx="1077912" cy="111125"/>
          </a:xfrm>
          <a:prstGeom prst="rightArrow">
            <a:avLst>
              <a:gd name="adj1" fmla="val 50000"/>
              <a:gd name="adj2" fmla="val 72226"/>
            </a:avLst>
          </a:prstGeom>
          <a:solidFill>
            <a:srgbClr val="414455">
              <a:alpha val="80000"/>
            </a:srgbClr>
          </a:solidFill>
          <a:ln w="12700">
            <a:miter lim="400000"/>
          </a:ln>
        </p:spPr>
        <p:txBody>
          <a:bodyPr lIns="45719" rIns="45719" anchor="ctr"/>
          <a:lstStyle/>
          <a:p>
            <a:pPr algn="ctr">
              <a:defRPr>
                <a:solidFill>
                  <a:srgbClr val="262626"/>
                </a:solidFill>
                <a:latin typeface="微软雅黑"/>
                <a:ea typeface="微软雅黑"/>
                <a:cs typeface="微软雅黑"/>
                <a:sym typeface="微软雅黑"/>
              </a:defRPr>
            </a:pPr>
            <a:endParaRPr/>
          </a:p>
        </p:txBody>
      </p:sp>
      <p:sp>
        <p:nvSpPr>
          <p:cNvPr id="173" name="椭圆 22"/>
          <p:cNvSpPr/>
          <p:nvPr/>
        </p:nvSpPr>
        <p:spPr>
          <a:xfrm>
            <a:off x="6826507" y="955864"/>
            <a:ext cx="839789" cy="839789"/>
          </a:xfrm>
          <a:prstGeom prst="ellipse">
            <a:avLst/>
          </a:prstGeom>
          <a:solidFill>
            <a:srgbClr val="414455"/>
          </a:solidFill>
          <a:ln w="12700" cap="flat">
            <a:noFill/>
            <a:miter lim="400000"/>
          </a:ln>
          <a:effectLst/>
        </p:spPr>
        <p:txBody>
          <a:bodyPr wrap="square" lIns="45719" tIns="45719" rIns="45719" bIns="45719" numCol="1" anchor="ctr">
            <a:noAutofit/>
          </a:bodyPr>
          <a:lstStyle/>
          <a:p>
            <a:pPr algn="ctr">
              <a:defRPr>
                <a:solidFill>
                  <a:srgbClr val="262626"/>
                </a:solidFill>
                <a:latin typeface="微软雅黑"/>
                <a:ea typeface="微软雅黑"/>
                <a:cs typeface="微软雅黑"/>
                <a:sym typeface="微软雅黑"/>
              </a:defRPr>
            </a:pPr>
            <a:endParaRPr/>
          </a:p>
        </p:txBody>
      </p:sp>
      <p:sp>
        <p:nvSpPr>
          <p:cNvPr id="174" name="右箭头 5"/>
          <p:cNvSpPr/>
          <p:nvPr/>
        </p:nvSpPr>
        <p:spPr>
          <a:xfrm>
            <a:off x="5697283" y="1293400"/>
            <a:ext cx="1077912" cy="111125"/>
          </a:xfrm>
          <a:prstGeom prst="rightArrow">
            <a:avLst>
              <a:gd name="adj1" fmla="val 50000"/>
              <a:gd name="adj2" fmla="val 72226"/>
            </a:avLst>
          </a:prstGeom>
          <a:solidFill>
            <a:srgbClr val="414455">
              <a:alpha val="80000"/>
            </a:srgbClr>
          </a:solidFill>
          <a:ln w="12700">
            <a:miter lim="400000"/>
          </a:ln>
        </p:spPr>
        <p:txBody>
          <a:bodyPr lIns="45719" rIns="45719" anchor="ctr"/>
          <a:lstStyle/>
          <a:p>
            <a:pPr algn="ctr">
              <a:defRPr>
                <a:solidFill>
                  <a:srgbClr val="262626"/>
                </a:solidFill>
                <a:latin typeface="微软雅黑"/>
                <a:ea typeface="微软雅黑"/>
                <a:cs typeface="微软雅黑"/>
                <a:sym typeface="微软雅黑"/>
              </a:defRPr>
            </a:pPr>
            <a:endParaRPr/>
          </a:p>
        </p:txBody>
      </p:sp>
      <p:sp>
        <p:nvSpPr>
          <p:cNvPr id="175" name="右箭头 4"/>
          <p:cNvSpPr/>
          <p:nvPr/>
        </p:nvSpPr>
        <p:spPr>
          <a:xfrm flipH="1">
            <a:off x="3676882" y="3193449"/>
            <a:ext cx="1077912" cy="109538"/>
          </a:xfrm>
          <a:prstGeom prst="rightArrow">
            <a:avLst>
              <a:gd name="adj1" fmla="val 50000"/>
              <a:gd name="adj2" fmla="val 72226"/>
            </a:avLst>
          </a:prstGeom>
          <a:solidFill>
            <a:srgbClr val="414455">
              <a:alpha val="80000"/>
            </a:srgbClr>
          </a:solidFill>
          <a:ln w="12700">
            <a:miter lim="400000"/>
          </a:ln>
        </p:spPr>
        <p:txBody>
          <a:bodyPr lIns="45719" rIns="45719" anchor="ctr"/>
          <a:lstStyle/>
          <a:p>
            <a:pPr algn="ctr">
              <a:defRPr>
                <a:solidFill>
                  <a:srgbClr val="262626"/>
                </a:solidFill>
                <a:latin typeface="微软雅黑"/>
                <a:ea typeface="微软雅黑"/>
                <a:cs typeface="微软雅黑"/>
                <a:sym typeface="微软雅黑"/>
              </a:defRPr>
            </a:pPr>
            <a:endParaRPr/>
          </a:p>
        </p:txBody>
      </p:sp>
      <p:sp>
        <p:nvSpPr>
          <p:cNvPr id="176" name="右箭头 4"/>
          <p:cNvSpPr/>
          <p:nvPr/>
        </p:nvSpPr>
        <p:spPr>
          <a:xfrm flipH="1">
            <a:off x="5748595" y="3193449"/>
            <a:ext cx="1077912" cy="109538"/>
          </a:xfrm>
          <a:prstGeom prst="rightArrow">
            <a:avLst>
              <a:gd name="adj1" fmla="val 50000"/>
              <a:gd name="adj2" fmla="val 72226"/>
            </a:avLst>
          </a:prstGeom>
          <a:solidFill>
            <a:srgbClr val="414455">
              <a:alpha val="80000"/>
            </a:srgbClr>
          </a:solidFill>
          <a:ln w="12700">
            <a:miter lim="400000"/>
          </a:ln>
        </p:spPr>
        <p:txBody>
          <a:bodyPr lIns="45719" rIns="45719" anchor="ctr"/>
          <a:lstStyle/>
          <a:p>
            <a:pPr algn="ctr">
              <a:defRPr>
                <a:solidFill>
                  <a:srgbClr val="262626"/>
                </a:solidFill>
                <a:latin typeface="微软雅黑"/>
                <a:ea typeface="微软雅黑"/>
                <a:cs typeface="微软雅黑"/>
                <a:sym typeface="微软雅黑"/>
              </a:defRPr>
            </a:pPr>
            <a:endParaRPr/>
          </a:p>
        </p:txBody>
      </p:sp>
      <p:sp>
        <p:nvSpPr>
          <p:cNvPr id="177" name="椭圆 28"/>
          <p:cNvSpPr/>
          <p:nvPr/>
        </p:nvSpPr>
        <p:spPr>
          <a:xfrm>
            <a:off x="6851339" y="2828324"/>
            <a:ext cx="839788" cy="839788"/>
          </a:xfrm>
          <a:prstGeom prst="ellipse">
            <a:avLst/>
          </a:prstGeom>
          <a:solidFill>
            <a:srgbClr val="414455"/>
          </a:solidFill>
          <a:ln w="12700" cap="flat">
            <a:noFill/>
            <a:miter lim="400000"/>
          </a:ln>
          <a:effectLst/>
        </p:spPr>
        <p:txBody>
          <a:bodyPr wrap="square" lIns="45719" tIns="45719" rIns="45719" bIns="45719" numCol="1" anchor="ctr">
            <a:noAutofit/>
          </a:bodyPr>
          <a:lstStyle/>
          <a:p>
            <a:pPr algn="ctr">
              <a:defRPr>
                <a:solidFill>
                  <a:srgbClr val="262626"/>
                </a:solidFill>
                <a:latin typeface="微软雅黑"/>
                <a:ea typeface="微软雅黑"/>
                <a:cs typeface="微软雅黑"/>
                <a:sym typeface="微软雅黑"/>
              </a:defRPr>
            </a:pPr>
            <a:endParaRPr/>
          </a:p>
        </p:txBody>
      </p:sp>
      <p:pic>
        <p:nvPicPr>
          <p:cNvPr id="178" name="图片 3" descr="图片 3"/>
          <p:cNvPicPr>
            <a:picLocks noChangeAspect="1"/>
          </p:cNvPicPr>
          <p:nvPr/>
        </p:nvPicPr>
        <p:blipFill>
          <a:blip r:embed="rId3"/>
          <a:stretch>
            <a:fillRect/>
          </a:stretch>
        </p:blipFill>
        <p:spPr>
          <a:xfrm>
            <a:off x="7096349" y="1161685"/>
            <a:ext cx="283939" cy="410307"/>
          </a:xfrm>
          <a:prstGeom prst="rect">
            <a:avLst/>
          </a:prstGeom>
          <a:ln w="12700">
            <a:miter lim="400000"/>
          </a:ln>
        </p:spPr>
      </p:pic>
      <p:sp>
        <p:nvSpPr>
          <p:cNvPr id="179" name="Freeform 7"/>
          <p:cNvSpPr/>
          <p:nvPr/>
        </p:nvSpPr>
        <p:spPr>
          <a:xfrm>
            <a:off x="7019925" y="3038667"/>
            <a:ext cx="511235" cy="377825"/>
          </a:xfrm>
          <a:custGeom>
            <a:avLst/>
            <a:gdLst/>
            <a:ahLst/>
            <a:cxnLst>
              <a:cxn ang="0">
                <a:pos x="wd2" y="hd2"/>
              </a:cxn>
              <a:cxn ang="5400000">
                <a:pos x="wd2" y="hd2"/>
              </a:cxn>
              <a:cxn ang="10800000">
                <a:pos x="wd2" y="hd2"/>
              </a:cxn>
              <a:cxn ang="16200000">
                <a:pos x="wd2" y="hd2"/>
              </a:cxn>
            </a:cxnLst>
            <a:rect l="0" t="0" r="r" b="b"/>
            <a:pathLst>
              <a:path w="21600" h="21600" extrusionOk="0">
                <a:moveTo>
                  <a:pt x="19879" y="16118"/>
                </a:moveTo>
                <a:cubicBezTo>
                  <a:pt x="1721" y="16118"/>
                  <a:pt x="1721" y="16118"/>
                  <a:pt x="1721" y="16118"/>
                </a:cubicBezTo>
                <a:cubicBezTo>
                  <a:pt x="369" y="19681"/>
                  <a:pt x="369" y="19681"/>
                  <a:pt x="369" y="19681"/>
                </a:cubicBezTo>
                <a:cubicBezTo>
                  <a:pt x="21231" y="19681"/>
                  <a:pt x="21231" y="19681"/>
                  <a:pt x="21231" y="19681"/>
                </a:cubicBezTo>
                <a:lnTo>
                  <a:pt x="19879" y="16118"/>
                </a:lnTo>
                <a:close/>
                <a:moveTo>
                  <a:pt x="8525" y="18804"/>
                </a:moveTo>
                <a:cubicBezTo>
                  <a:pt x="9099" y="17379"/>
                  <a:pt x="9099" y="17379"/>
                  <a:pt x="9099" y="17379"/>
                </a:cubicBezTo>
                <a:cubicBezTo>
                  <a:pt x="12583" y="17379"/>
                  <a:pt x="12583" y="17379"/>
                  <a:pt x="12583" y="17379"/>
                </a:cubicBezTo>
                <a:cubicBezTo>
                  <a:pt x="13075" y="18804"/>
                  <a:pt x="13075" y="18804"/>
                  <a:pt x="13075" y="18804"/>
                </a:cubicBezTo>
                <a:lnTo>
                  <a:pt x="8525" y="18804"/>
                </a:lnTo>
                <a:close/>
                <a:moveTo>
                  <a:pt x="19592" y="15350"/>
                </a:moveTo>
                <a:cubicBezTo>
                  <a:pt x="19592" y="15295"/>
                  <a:pt x="19592" y="15295"/>
                  <a:pt x="19592" y="15241"/>
                </a:cubicBezTo>
                <a:cubicBezTo>
                  <a:pt x="19592" y="15241"/>
                  <a:pt x="19592" y="15241"/>
                  <a:pt x="19592" y="15186"/>
                </a:cubicBezTo>
                <a:cubicBezTo>
                  <a:pt x="19592" y="658"/>
                  <a:pt x="19592" y="658"/>
                  <a:pt x="19592" y="658"/>
                </a:cubicBezTo>
                <a:cubicBezTo>
                  <a:pt x="19592" y="274"/>
                  <a:pt x="19346" y="0"/>
                  <a:pt x="19059" y="0"/>
                </a:cubicBezTo>
                <a:cubicBezTo>
                  <a:pt x="2541" y="0"/>
                  <a:pt x="2541" y="0"/>
                  <a:pt x="2541" y="0"/>
                </a:cubicBezTo>
                <a:cubicBezTo>
                  <a:pt x="2254" y="0"/>
                  <a:pt x="2008" y="274"/>
                  <a:pt x="2008" y="658"/>
                </a:cubicBezTo>
                <a:cubicBezTo>
                  <a:pt x="2008" y="15186"/>
                  <a:pt x="2008" y="15186"/>
                  <a:pt x="2008" y="15186"/>
                </a:cubicBezTo>
                <a:cubicBezTo>
                  <a:pt x="2008" y="15241"/>
                  <a:pt x="2049" y="15241"/>
                  <a:pt x="2049" y="15241"/>
                </a:cubicBezTo>
                <a:cubicBezTo>
                  <a:pt x="2049" y="15295"/>
                  <a:pt x="2008" y="15295"/>
                  <a:pt x="2008" y="15350"/>
                </a:cubicBezTo>
                <a:cubicBezTo>
                  <a:pt x="2008" y="15350"/>
                  <a:pt x="2008" y="15350"/>
                  <a:pt x="2008" y="15350"/>
                </a:cubicBezTo>
                <a:cubicBezTo>
                  <a:pt x="19592" y="15350"/>
                  <a:pt x="19592" y="15350"/>
                  <a:pt x="19592" y="15350"/>
                </a:cubicBezTo>
                <a:close/>
                <a:moveTo>
                  <a:pt x="18321" y="14199"/>
                </a:moveTo>
                <a:cubicBezTo>
                  <a:pt x="3279" y="14199"/>
                  <a:pt x="3279" y="14199"/>
                  <a:pt x="3279" y="14199"/>
                </a:cubicBezTo>
                <a:cubicBezTo>
                  <a:pt x="3279" y="1645"/>
                  <a:pt x="3279" y="1645"/>
                  <a:pt x="3279" y="1645"/>
                </a:cubicBezTo>
                <a:cubicBezTo>
                  <a:pt x="18321" y="1645"/>
                  <a:pt x="18321" y="1645"/>
                  <a:pt x="18321" y="1645"/>
                </a:cubicBezTo>
                <a:lnTo>
                  <a:pt x="18321" y="14199"/>
                </a:lnTo>
                <a:close/>
                <a:moveTo>
                  <a:pt x="21559" y="20449"/>
                </a:moveTo>
                <a:cubicBezTo>
                  <a:pt x="41" y="20449"/>
                  <a:pt x="41" y="20449"/>
                  <a:pt x="41" y="20449"/>
                </a:cubicBezTo>
                <a:cubicBezTo>
                  <a:pt x="0" y="20613"/>
                  <a:pt x="0" y="20613"/>
                  <a:pt x="0" y="20613"/>
                </a:cubicBezTo>
                <a:cubicBezTo>
                  <a:pt x="0" y="20942"/>
                  <a:pt x="246" y="21600"/>
                  <a:pt x="492" y="21600"/>
                </a:cubicBezTo>
                <a:cubicBezTo>
                  <a:pt x="21108" y="21600"/>
                  <a:pt x="21108" y="21600"/>
                  <a:pt x="21108" y="21600"/>
                </a:cubicBezTo>
                <a:cubicBezTo>
                  <a:pt x="21354" y="21600"/>
                  <a:pt x="21600" y="20942"/>
                  <a:pt x="21600" y="20613"/>
                </a:cubicBezTo>
                <a:lnTo>
                  <a:pt x="21559" y="20449"/>
                </a:lnTo>
                <a:close/>
              </a:path>
            </a:pathLst>
          </a:custGeom>
          <a:solidFill>
            <a:srgbClr val="FFFFFF"/>
          </a:solidFill>
          <a:ln w="12700" cap="flat">
            <a:noFill/>
            <a:miter lim="400000"/>
          </a:ln>
          <a:effectLst/>
        </p:spPr>
        <p:txBody>
          <a:bodyPr wrap="square" lIns="45719" tIns="45719" rIns="45719" bIns="45719" numCol="1" anchor="t">
            <a:noAutofit/>
          </a:bodyPr>
          <a:lstStyle/>
          <a:p>
            <a:pPr defTabSz="783590">
              <a:defRPr>
                <a:solidFill>
                  <a:srgbClr val="464646"/>
                </a:solidFill>
                <a:latin typeface="微软雅黑"/>
                <a:ea typeface="微软雅黑"/>
                <a:cs typeface="微软雅黑"/>
                <a:sym typeface="微软雅黑"/>
              </a:defRPr>
            </a:pPr>
            <a:endParaRPr/>
          </a:p>
        </p:txBody>
      </p:sp>
      <p:sp>
        <p:nvSpPr>
          <p:cNvPr id="180" name="文本框 56"/>
          <p:cNvSpPr txBox="1"/>
          <p:nvPr/>
        </p:nvSpPr>
        <p:spPr>
          <a:xfrm>
            <a:off x="6731482" y="1802003"/>
            <a:ext cx="1448441" cy="336550"/>
          </a:xfrm>
          <a:prstGeom prst="rect">
            <a:avLst/>
          </a:prstGeom>
          <a:ln w="12700">
            <a:miter lim="400000"/>
          </a:ln>
          <a:extLst>
            <a:ext uri="{C572A759-6A51-4108-AA02-DFA0A04FC94B}"/>
          </a:extLst>
        </p:spPr>
        <p:txBody>
          <a:bodyPr wrap="square" lIns="45719" rIns="45719">
            <a:spAutoFit/>
          </a:bodyPr>
          <a:lstStyle/>
          <a:p>
            <a:pPr>
              <a:buClrTx/>
              <a:buSzTx/>
              <a:buFontTx/>
              <a:buNone/>
              <a:defRPr sz="1600" b="0" i="0" u="none" strike="noStrike" spc="0" baseline="0">
                <a:ln>
                  <a:noFill/>
                </a:ln>
                <a:solidFill>
                  <a:srgbClr val="262626">
                    <a:alpha val="100000"/>
                  </a:srgbClr>
                </a:solidFill>
                <a:effectLst/>
                <a:latin typeface="微软雅黑"/>
                <a:ea typeface="微软雅黑"/>
                <a:cs typeface="微软雅黑"/>
                <a:sym typeface="微软雅黑"/>
              </a:defRPr>
            </a:pPr>
            <a:r>
              <a:rPr lang="en-US" dirty="0"/>
              <a:t>2024-10-30</a:t>
            </a:r>
            <a:endParaRPr dirty="0"/>
          </a:p>
        </p:txBody>
      </p:sp>
      <p:sp>
        <p:nvSpPr>
          <p:cNvPr id="181" name="文本框 57"/>
          <p:cNvSpPr txBox="1"/>
          <p:nvPr/>
        </p:nvSpPr>
        <p:spPr>
          <a:xfrm>
            <a:off x="6437775" y="2036101"/>
            <a:ext cx="1778000" cy="1015663"/>
          </a:xfrm>
          <a:prstGeom prst="rect">
            <a:avLst/>
          </a:prstGeom>
          <a:ln w="12700">
            <a:miter lim="400000"/>
          </a:ln>
          <a:extLst>
            <a:ext uri="{C572A759-6A51-4108-AA02-DFA0A04FC94B}"/>
          </a:extLst>
        </p:spPr>
        <p:txBody>
          <a:bodyPr lIns="45719" rIns="45719">
            <a:spAutoFit/>
          </a:bodyPr>
          <a:lstStyle>
            <a:lvl1pPr>
              <a:defRPr sz="1200">
                <a:solidFill>
                  <a:srgbClr val="0D0D0D"/>
                </a:solidFill>
                <a:latin typeface="微软雅黑"/>
                <a:ea typeface="微软雅黑"/>
                <a:cs typeface="微软雅黑"/>
                <a:sym typeface="微软雅黑"/>
              </a:defRPr>
            </a:lvl1pPr>
          </a:lstStyle>
          <a:p>
            <a:pPr algn="ctr"/>
            <a:r>
              <a:rPr lang="zh-CN" altLang="en-US" dirty="0"/>
              <a:t>收集并预处理数据，将清洗后的数据存入数据库，确保数据分类和标签化，为模型训练提供支持。</a:t>
            </a:r>
          </a:p>
          <a:p>
            <a:pPr algn="ctr">
              <a:buClrTx/>
              <a:buSzTx/>
              <a:buFontTx/>
              <a:buNone/>
            </a:pPr>
            <a:endParaRPr dirty="0"/>
          </a:p>
        </p:txBody>
      </p:sp>
      <p:sp>
        <p:nvSpPr>
          <p:cNvPr id="182" name="文本框 56"/>
          <p:cNvSpPr txBox="1"/>
          <p:nvPr/>
        </p:nvSpPr>
        <p:spPr>
          <a:xfrm>
            <a:off x="6731483" y="3652238"/>
            <a:ext cx="1448440" cy="336550"/>
          </a:xfrm>
          <a:prstGeom prst="rect">
            <a:avLst/>
          </a:prstGeom>
          <a:ln w="12700">
            <a:miter lim="400000"/>
          </a:ln>
          <a:extLst>
            <a:ext uri="{C572A759-6A51-4108-AA02-DFA0A04FC94B}"/>
          </a:extLst>
        </p:spPr>
        <p:txBody>
          <a:bodyPr wrap="square" lIns="45719" rIns="45719">
            <a:spAutoFit/>
          </a:bodyPr>
          <a:lstStyle/>
          <a:p>
            <a:pPr>
              <a:buClrTx/>
              <a:buSzTx/>
              <a:buFontTx/>
              <a:buNone/>
              <a:defRPr sz="1600" b="0" i="0" u="none" strike="noStrike" spc="0" baseline="0">
                <a:ln>
                  <a:noFill/>
                </a:ln>
                <a:solidFill>
                  <a:srgbClr val="262626">
                    <a:alpha val="100000"/>
                  </a:srgbClr>
                </a:solidFill>
                <a:effectLst/>
                <a:latin typeface="微软雅黑"/>
                <a:ea typeface="微软雅黑"/>
                <a:cs typeface="微软雅黑"/>
                <a:sym typeface="微软雅黑"/>
              </a:defRPr>
            </a:pPr>
            <a:r>
              <a:rPr lang="en-US" dirty="0"/>
              <a:t>2025-11-20</a:t>
            </a:r>
            <a:endParaRPr dirty="0"/>
          </a:p>
        </p:txBody>
      </p:sp>
      <p:sp>
        <p:nvSpPr>
          <p:cNvPr id="183" name="文本框 57"/>
          <p:cNvSpPr txBox="1"/>
          <p:nvPr/>
        </p:nvSpPr>
        <p:spPr>
          <a:xfrm>
            <a:off x="6468277" y="3975790"/>
            <a:ext cx="1974850" cy="641350"/>
          </a:xfrm>
          <a:prstGeom prst="rect">
            <a:avLst/>
          </a:prstGeom>
          <a:ln w="12700">
            <a:miter lim="400000"/>
          </a:ln>
          <a:extLst>
            <a:ext uri="{C572A759-6A51-4108-AA02-DFA0A04FC94B}"/>
          </a:extLst>
        </p:spPr>
        <p:txBody>
          <a:bodyPr lIns="45719" rIns="45719">
            <a:spAutoFit/>
          </a:bodyPr>
          <a:lstStyle>
            <a:lvl1pPr>
              <a:defRPr sz="1200">
                <a:solidFill>
                  <a:srgbClr val="0D0D0D"/>
                </a:solidFill>
                <a:latin typeface="微软雅黑"/>
                <a:ea typeface="微软雅黑"/>
                <a:cs typeface="微软雅黑"/>
                <a:sym typeface="微软雅黑"/>
              </a:defRPr>
            </a:lvl1pPr>
          </a:lstStyle>
          <a:p>
            <a:r>
              <a:rPr lang="zh-CN" altLang="en-US" dirty="0"/>
              <a:t>建立并训练模型，将每次实验的参数和结果存入数据库，便于对比和优化。</a:t>
            </a:r>
          </a:p>
        </p:txBody>
      </p:sp>
      <p:sp>
        <p:nvSpPr>
          <p:cNvPr id="184" name="矩形 29"/>
          <p:cNvSpPr txBox="1"/>
          <p:nvPr/>
        </p:nvSpPr>
        <p:spPr>
          <a:xfrm>
            <a:off x="6477000" y="176212"/>
            <a:ext cx="806450" cy="304800"/>
          </a:xfrm>
          <a:prstGeom prst="rect">
            <a:avLst/>
          </a:prstGeom>
          <a:ln w="12700">
            <a:miter lim="400000"/>
          </a:ln>
          <a:extLst>
            <a:ext uri="{C572A759-6A51-4108-AA02-DFA0A04FC94B}"/>
          </a:extLst>
        </p:spPr>
        <p:txBody>
          <a:bodyPr wrap="none" lIns="45719" rIns="45719">
            <a:spAutoFit/>
          </a:bodyPr>
          <a:lstStyle>
            <a:lvl1pPr>
              <a:defRPr sz="1400">
                <a:solidFill>
                  <a:srgbClr val="FFFFFF"/>
                </a:solidFill>
                <a:latin typeface="微软雅黑"/>
                <a:ea typeface="微软雅黑"/>
                <a:cs typeface="微软雅黑"/>
                <a:sym typeface="微软雅黑"/>
              </a:defRPr>
            </a:lvl1pPr>
          </a:lstStyle>
          <a:p>
            <a:pPr>
              <a:buClrTx/>
              <a:buSzTx/>
              <a:buFontTx/>
              <a:buNone/>
            </a:pPr>
            <a:r>
              <a:rPr lang="zh-CN"/>
              <a:t>进度安排</a:t>
            </a:r>
            <a:endParaRPr/>
          </a:p>
        </p:txBody>
      </p:sp>
      <p:sp>
        <p:nvSpPr>
          <p:cNvPr id="185" name="矩形 30"/>
          <p:cNvSpPr/>
          <p:nvPr/>
        </p:nvSpPr>
        <p:spPr>
          <a:xfrm>
            <a:off x="8564563" y="258763"/>
            <a:ext cx="184151" cy="138113"/>
          </a:xfrm>
          <a:prstGeom prst="rect">
            <a:avLst/>
          </a:prstGeom>
          <a:solidFill>
            <a:srgbClr val="FFFFFF">
              <a:alpha val="80000"/>
            </a:srgbClr>
          </a:solidFill>
          <a:ln w="12700">
            <a:miter lim="400000"/>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186" name="矩形 31"/>
          <p:cNvSpPr/>
          <p:nvPr/>
        </p:nvSpPr>
        <p:spPr>
          <a:xfrm>
            <a:off x="8096250" y="258763"/>
            <a:ext cx="182563" cy="138113"/>
          </a:xfrm>
          <a:prstGeom prst="rect">
            <a:avLst/>
          </a:prstGeom>
          <a:solidFill>
            <a:srgbClr val="FFFFFF">
              <a:alpha val="80000"/>
            </a:srgbClr>
          </a:solidFill>
          <a:ln w="12700">
            <a:miter lim="400000"/>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187" name="矩形 32"/>
          <p:cNvSpPr/>
          <p:nvPr/>
        </p:nvSpPr>
        <p:spPr>
          <a:xfrm>
            <a:off x="8329613" y="258763"/>
            <a:ext cx="184151" cy="138113"/>
          </a:xfrm>
          <a:prstGeom prst="rect">
            <a:avLst/>
          </a:prstGeom>
          <a:ln w="6350">
            <a:solidFill>
              <a:srgbClr val="D9D9D9"/>
            </a:solidFill>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188" name="矩形 33"/>
          <p:cNvSpPr/>
          <p:nvPr/>
        </p:nvSpPr>
        <p:spPr>
          <a:xfrm>
            <a:off x="7861300" y="258763"/>
            <a:ext cx="184150" cy="138113"/>
          </a:xfrm>
          <a:prstGeom prst="rect">
            <a:avLst/>
          </a:prstGeom>
          <a:solidFill>
            <a:srgbClr val="FFFFFF">
              <a:alpha val="80000"/>
            </a:srgbClr>
          </a:solidFill>
          <a:ln w="12700">
            <a:miter lim="400000"/>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189" name="矩形 34"/>
          <p:cNvSpPr/>
          <p:nvPr/>
        </p:nvSpPr>
        <p:spPr>
          <a:xfrm>
            <a:off x="7626350" y="258763"/>
            <a:ext cx="184150" cy="138113"/>
          </a:xfrm>
          <a:prstGeom prst="rect">
            <a:avLst/>
          </a:prstGeom>
          <a:solidFill>
            <a:srgbClr val="FFFFFF">
              <a:alpha val="80000"/>
            </a:srgbClr>
          </a:solidFill>
          <a:ln w="12700">
            <a:miter lim="400000"/>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190" name="矩形 35"/>
          <p:cNvSpPr/>
          <p:nvPr/>
        </p:nvSpPr>
        <p:spPr>
          <a:xfrm>
            <a:off x="7383463" y="258763"/>
            <a:ext cx="184151" cy="138113"/>
          </a:xfrm>
          <a:prstGeom prst="rect">
            <a:avLst/>
          </a:prstGeom>
          <a:solidFill>
            <a:srgbClr val="D9D9D9"/>
          </a:solidFill>
          <a:ln w="12700">
            <a:miter lim="400000"/>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fill="hold" nodeType="clickEffect">
                                  <p:stCondLst>
                                    <p:cond delay="0"/>
                                  </p:stCondLst>
                                  <p:iterate>
                                    <p:tmAbs val="0"/>
                                  </p:iterate>
                                  <p:childTnLst>
                                    <p:set>
                                      <p:cBhvr>
                                        <p:cTn id="6" fill="hold"/>
                                        <p:tgtEl>
                                          <p:spTgt spid="136"/>
                                        </p:tgtEl>
                                        <p:attrNameLst>
                                          <p:attrName>style.visibility</p:attrName>
                                        </p:attrNameLst>
                                      </p:cBhvr>
                                      <p:to>
                                        <p:strVal val="visible"/>
                                      </p:to>
                                    </p:set>
                                    <p:animEffect transition="in" filter="dissolve">
                                      <p:cBhvr>
                                        <p:cTn id="7" dur="500"/>
                                        <p:tgtEl>
                                          <p:spTgt spid="136"/>
                                        </p:tgtEl>
                                      </p:cBhvr>
                                    </p:animEffect>
                                  </p:childTnLst>
                                </p:cTn>
                              </p:par>
                            </p:childTnLst>
                          </p:cTn>
                        </p:par>
                        <p:par>
                          <p:cTn id="8" fill="hold">
                            <p:stCondLst>
                              <p:cond delay="500"/>
                            </p:stCondLst>
                            <p:childTnLst>
                              <p:par>
                                <p:cTn id="9" presetID="19" presetClass="entr" presetSubtype="5" fill="hold" nodeType="afterEffect">
                                  <p:stCondLst>
                                    <p:cond delay="0"/>
                                  </p:stCondLst>
                                  <p:iterate>
                                    <p:tmAbs val="0"/>
                                  </p:iterate>
                                  <p:childTnLst>
                                    <p:set>
                                      <p:cBhvr>
                                        <p:cTn id="10" fill="hold"/>
                                        <p:tgtEl>
                                          <p:spTgt spid="160"/>
                                        </p:tgtEl>
                                        <p:attrNameLst>
                                          <p:attrName>style.visibility</p:attrName>
                                        </p:attrNameLst>
                                      </p:cBhvr>
                                      <p:to>
                                        <p:strVal val="visible"/>
                                      </p:to>
                                    </p:set>
                                    <p:anim calcmode="lin" valueType="num">
                                      <p:cBhvr>
                                        <p:cTn id="11" dur="250" fill="hold"/>
                                        <p:tgtEl>
                                          <p:spTgt spid="160"/>
                                        </p:tgtEl>
                                        <p:attrNameLst>
                                          <p:attrName>ppt_w</p:attrName>
                                        </p:attrNameLst>
                                      </p:cBhvr>
                                      <p:tavLst>
                                        <p:tav tm="0">
                                          <p:val>
                                            <p:strVal val="#ppt_w"/>
                                          </p:val>
                                        </p:tav>
                                        <p:tav tm="100000">
                                          <p:val>
                                            <p:strVal val="#ppt_w"/>
                                          </p:val>
                                        </p:tav>
                                      </p:tavLst>
                                    </p:anim>
                                    <p:anim calcmode="lin" valueType="num">
                                      <p:cBhvr>
                                        <p:cTn id="12" dur="250" fill="hold"/>
                                        <p:tgtEl>
                                          <p:spTgt spid="160"/>
                                        </p:tgtEl>
                                        <p:attrNameLst>
                                          <p:attrName>ppt_h</p:attrName>
                                        </p:attrNameLst>
                                      </p:cBhvr>
                                      <p:tavLst>
                                        <p:tav tm="0" fmla="#ppt_h*sin(2.5*pi*$)">
                                          <p:val>
                                            <p:fltVal val="0"/>
                                          </p:val>
                                        </p:tav>
                                        <p:tav tm="100000">
                                          <p:val>
                                            <p:fltVal val="1"/>
                                          </p:val>
                                        </p:tav>
                                      </p:tavLst>
                                    </p:anim>
                                  </p:childTnLst>
                                </p:cTn>
                              </p:par>
                            </p:childTnLst>
                          </p:cTn>
                        </p:par>
                        <p:par>
                          <p:cTn id="13" fill="hold">
                            <p:stCondLst>
                              <p:cond delay="500"/>
                            </p:stCondLst>
                            <p:childTnLst>
                              <p:par>
                                <p:cTn id="14" presetID="18" presetClass="entr" presetSubtype="6" fill="hold" nodeType="afterEffect">
                                  <p:stCondLst>
                                    <p:cond delay="0"/>
                                  </p:stCondLst>
                                  <p:iterate>
                                    <p:tmAbs val="0"/>
                                  </p:iterate>
                                  <p:childTnLst>
                                    <p:set>
                                      <p:cBhvr>
                                        <p:cTn id="15" fill="hold"/>
                                        <p:tgtEl>
                                          <p:spTgt spid="161"/>
                                        </p:tgtEl>
                                        <p:attrNameLst>
                                          <p:attrName>style.visibility</p:attrName>
                                        </p:attrNameLst>
                                      </p:cBhvr>
                                      <p:to>
                                        <p:strVal val="visible"/>
                                      </p:to>
                                    </p:set>
                                    <p:animEffect transition="in" filter="strips(downRight)">
                                      <p:cBhvr>
                                        <p:cTn id="16" dur="750"/>
                                        <p:tgtEl>
                                          <p:spTgt spid="16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iterate>
                                    <p:tmAbs val="0"/>
                                  </p:iterate>
                                  <p:childTnLst>
                                    <p:set>
                                      <p:cBhvr>
                                        <p:cTn id="20" fill="hold"/>
                                        <p:tgtEl>
                                          <p:spTgt spid="135"/>
                                        </p:tgtEl>
                                        <p:attrNameLst>
                                          <p:attrName>style.visibility</p:attrName>
                                        </p:attrNameLst>
                                      </p:cBhvr>
                                      <p:to>
                                        <p:strVal val="visible"/>
                                      </p:to>
                                    </p:set>
                                    <p:animEffect transition="in" filter="wipe(left)">
                                      <p:cBhvr>
                                        <p:cTn id="21" dur="400"/>
                                        <p:tgtEl>
                                          <p:spTgt spid="135"/>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fill="hold" nodeType="clickEffect">
                                  <p:stCondLst>
                                    <p:cond delay="0"/>
                                  </p:stCondLst>
                                  <p:iterate>
                                    <p:tmAbs val="0"/>
                                  </p:iterate>
                                  <p:childTnLst>
                                    <p:set>
                                      <p:cBhvr>
                                        <p:cTn id="25" fill="hold"/>
                                        <p:tgtEl>
                                          <p:spTgt spid="142"/>
                                        </p:tgtEl>
                                        <p:attrNameLst>
                                          <p:attrName>style.visibility</p:attrName>
                                        </p:attrNameLst>
                                      </p:cBhvr>
                                      <p:to>
                                        <p:strVal val="visible"/>
                                      </p:to>
                                    </p:set>
                                    <p:animEffect transition="in" filter="dissolve">
                                      <p:cBhvr>
                                        <p:cTn id="26" dur="500"/>
                                        <p:tgtEl>
                                          <p:spTgt spid="142"/>
                                        </p:tgtEl>
                                      </p:cBhvr>
                                    </p:animEffect>
                                  </p:childTnLst>
                                </p:cTn>
                              </p:par>
                            </p:childTnLst>
                          </p:cTn>
                        </p:par>
                        <p:par>
                          <p:cTn id="27" fill="hold">
                            <p:stCondLst>
                              <p:cond delay="500"/>
                            </p:stCondLst>
                            <p:childTnLst>
                              <p:par>
                                <p:cTn id="28" presetID="19" presetClass="entr" presetSubtype="5" fill="hold" nodeType="afterEffect">
                                  <p:stCondLst>
                                    <p:cond delay="0"/>
                                  </p:stCondLst>
                                  <p:iterate>
                                    <p:tmAbs val="0"/>
                                  </p:iterate>
                                  <p:childTnLst>
                                    <p:set>
                                      <p:cBhvr>
                                        <p:cTn id="29" fill="hold"/>
                                        <p:tgtEl>
                                          <p:spTgt spid="162"/>
                                        </p:tgtEl>
                                        <p:attrNameLst>
                                          <p:attrName>style.visibility</p:attrName>
                                        </p:attrNameLst>
                                      </p:cBhvr>
                                      <p:to>
                                        <p:strVal val="visible"/>
                                      </p:to>
                                    </p:set>
                                    <p:anim calcmode="lin" valueType="num">
                                      <p:cBhvr>
                                        <p:cTn id="30" dur="250" fill="hold"/>
                                        <p:tgtEl>
                                          <p:spTgt spid="162"/>
                                        </p:tgtEl>
                                        <p:attrNameLst>
                                          <p:attrName>ppt_w</p:attrName>
                                        </p:attrNameLst>
                                      </p:cBhvr>
                                      <p:tavLst>
                                        <p:tav tm="0">
                                          <p:val>
                                            <p:strVal val="#ppt_w"/>
                                          </p:val>
                                        </p:tav>
                                        <p:tav tm="100000">
                                          <p:val>
                                            <p:strVal val="#ppt_w"/>
                                          </p:val>
                                        </p:tav>
                                      </p:tavLst>
                                    </p:anim>
                                    <p:anim calcmode="lin" valueType="num">
                                      <p:cBhvr>
                                        <p:cTn id="31" dur="250" fill="hold"/>
                                        <p:tgtEl>
                                          <p:spTgt spid="162"/>
                                        </p:tgtEl>
                                        <p:attrNameLst>
                                          <p:attrName>ppt_h</p:attrName>
                                        </p:attrNameLst>
                                      </p:cBhvr>
                                      <p:tavLst>
                                        <p:tav tm="0" fmla="#ppt_h*sin(2.5*pi*$)">
                                          <p:val>
                                            <p:fltVal val="0"/>
                                          </p:val>
                                        </p:tav>
                                        <p:tav tm="100000">
                                          <p:val>
                                            <p:fltVal val="1"/>
                                          </p:val>
                                        </p:tav>
                                      </p:tavLst>
                                    </p:anim>
                                  </p:childTnLst>
                                </p:cTn>
                              </p:par>
                            </p:childTnLst>
                          </p:cTn>
                        </p:par>
                        <p:par>
                          <p:cTn id="32" fill="hold">
                            <p:stCondLst>
                              <p:cond delay="500"/>
                            </p:stCondLst>
                            <p:childTnLst>
                              <p:par>
                                <p:cTn id="33" presetID="18" presetClass="entr" presetSubtype="6" fill="hold" nodeType="afterEffect">
                                  <p:stCondLst>
                                    <p:cond delay="0"/>
                                  </p:stCondLst>
                                  <p:iterate>
                                    <p:tmAbs val="0"/>
                                  </p:iterate>
                                  <p:childTnLst>
                                    <p:set>
                                      <p:cBhvr>
                                        <p:cTn id="34" fill="hold"/>
                                        <p:tgtEl>
                                          <p:spTgt spid="163"/>
                                        </p:tgtEl>
                                        <p:attrNameLst>
                                          <p:attrName>style.visibility</p:attrName>
                                        </p:attrNameLst>
                                      </p:cBhvr>
                                      <p:to>
                                        <p:strVal val="visible"/>
                                      </p:to>
                                    </p:set>
                                    <p:animEffect transition="in" filter="strips(downRight)">
                                      <p:cBhvr>
                                        <p:cTn id="35" dur="750"/>
                                        <p:tgtEl>
                                          <p:spTgt spid="163"/>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fill="hold" nodeType="clickEffect">
                                  <p:stCondLst>
                                    <p:cond delay="0"/>
                                  </p:stCondLst>
                                  <p:iterate>
                                    <p:tmAbs val="0"/>
                                  </p:iterate>
                                  <p:childTnLst>
                                    <p:set>
                                      <p:cBhvr>
                                        <p:cTn id="39" fill="hold"/>
                                        <p:tgtEl>
                                          <p:spTgt spid="151"/>
                                        </p:tgtEl>
                                        <p:attrNameLst>
                                          <p:attrName>style.visibility</p:attrName>
                                        </p:attrNameLst>
                                      </p:cBhvr>
                                      <p:to>
                                        <p:strVal val="visible"/>
                                      </p:to>
                                    </p:set>
                                    <p:animEffect transition="in" filter="dissolve">
                                      <p:cBhvr>
                                        <p:cTn id="40" dur="500"/>
                                        <p:tgtEl>
                                          <p:spTgt spid="151"/>
                                        </p:tgtEl>
                                      </p:cBhvr>
                                    </p:animEffect>
                                  </p:childTnLst>
                                </p:cTn>
                              </p:par>
                            </p:childTnLst>
                          </p:cTn>
                        </p:par>
                        <p:par>
                          <p:cTn id="41" fill="hold">
                            <p:stCondLst>
                              <p:cond delay="500"/>
                            </p:stCondLst>
                            <p:childTnLst>
                              <p:par>
                                <p:cTn id="42" presetID="19" presetClass="entr" presetSubtype="5" fill="hold" nodeType="afterEffect">
                                  <p:stCondLst>
                                    <p:cond delay="0"/>
                                  </p:stCondLst>
                                  <p:iterate>
                                    <p:tmAbs val="0"/>
                                  </p:iterate>
                                  <p:childTnLst>
                                    <p:set>
                                      <p:cBhvr>
                                        <p:cTn id="43" fill="hold"/>
                                        <p:tgtEl>
                                          <p:spTgt spid="164"/>
                                        </p:tgtEl>
                                        <p:attrNameLst>
                                          <p:attrName>style.visibility</p:attrName>
                                        </p:attrNameLst>
                                      </p:cBhvr>
                                      <p:to>
                                        <p:strVal val="visible"/>
                                      </p:to>
                                    </p:set>
                                    <p:anim calcmode="lin" valueType="num">
                                      <p:cBhvr>
                                        <p:cTn id="44" dur="250" fill="hold"/>
                                        <p:tgtEl>
                                          <p:spTgt spid="164"/>
                                        </p:tgtEl>
                                        <p:attrNameLst>
                                          <p:attrName>ppt_w</p:attrName>
                                        </p:attrNameLst>
                                      </p:cBhvr>
                                      <p:tavLst>
                                        <p:tav tm="0">
                                          <p:val>
                                            <p:strVal val="#ppt_w"/>
                                          </p:val>
                                        </p:tav>
                                        <p:tav tm="100000">
                                          <p:val>
                                            <p:strVal val="#ppt_w"/>
                                          </p:val>
                                        </p:tav>
                                      </p:tavLst>
                                    </p:anim>
                                    <p:anim calcmode="lin" valueType="num">
                                      <p:cBhvr>
                                        <p:cTn id="45" dur="250" fill="hold"/>
                                        <p:tgtEl>
                                          <p:spTgt spid="164"/>
                                        </p:tgtEl>
                                        <p:attrNameLst>
                                          <p:attrName>ppt_h</p:attrName>
                                        </p:attrNameLst>
                                      </p:cBhvr>
                                      <p:tavLst>
                                        <p:tav tm="0" fmla="#ppt_h*sin(2.5*pi*$)">
                                          <p:val>
                                            <p:fltVal val="0"/>
                                          </p:val>
                                        </p:tav>
                                        <p:tav tm="100000">
                                          <p:val>
                                            <p:fltVal val="1"/>
                                          </p:val>
                                        </p:tav>
                                      </p:tavLst>
                                    </p:anim>
                                  </p:childTnLst>
                                </p:cTn>
                              </p:par>
                            </p:childTnLst>
                          </p:cTn>
                        </p:par>
                        <p:par>
                          <p:cTn id="46" fill="hold">
                            <p:stCondLst>
                              <p:cond delay="500"/>
                            </p:stCondLst>
                            <p:childTnLst>
                              <p:par>
                                <p:cTn id="47" presetID="18" presetClass="entr" presetSubtype="6" fill="hold" nodeType="afterEffect">
                                  <p:stCondLst>
                                    <p:cond delay="0"/>
                                  </p:stCondLst>
                                  <p:iterate>
                                    <p:tmAbs val="0"/>
                                  </p:iterate>
                                  <p:childTnLst>
                                    <p:set>
                                      <p:cBhvr>
                                        <p:cTn id="48" fill="hold"/>
                                        <p:tgtEl>
                                          <p:spTgt spid="165"/>
                                        </p:tgtEl>
                                        <p:attrNameLst>
                                          <p:attrName>style.visibility</p:attrName>
                                        </p:attrNameLst>
                                      </p:cBhvr>
                                      <p:to>
                                        <p:strVal val="visible"/>
                                      </p:to>
                                    </p:set>
                                    <p:animEffect transition="in" filter="strips(downRight)">
                                      <p:cBhvr>
                                        <p:cTn id="49" dur="750"/>
                                        <p:tgtEl>
                                          <p:spTgt spid="165"/>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1" fill="hold" nodeType="clickEffect">
                                  <p:stCondLst>
                                    <p:cond delay="0"/>
                                  </p:stCondLst>
                                  <p:iterate>
                                    <p:tmAbs val="0"/>
                                  </p:iterate>
                                  <p:childTnLst>
                                    <p:set>
                                      <p:cBhvr>
                                        <p:cTn id="53" fill="hold"/>
                                        <p:tgtEl>
                                          <p:spTgt spid="133"/>
                                        </p:tgtEl>
                                        <p:attrNameLst>
                                          <p:attrName>style.visibility</p:attrName>
                                        </p:attrNameLst>
                                      </p:cBhvr>
                                      <p:to>
                                        <p:strVal val="visible"/>
                                      </p:to>
                                    </p:set>
                                    <p:animEffect transition="in" filter="wipe(up)">
                                      <p:cBhvr>
                                        <p:cTn id="54" dur="500"/>
                                        <p:tgtEl>
                                          <p:spTgt spid="133"/>
                                        </p:tgtEl>
                                      </p:cBhvr>
                                    </p:animEffect>
                                  </p:childTnLst>
                                </p:cTn>
                              </p:par>
                            </p:childTnLst>
                          </p:cTn>
                        </p:par>
                      </p:childTnLst>
                    </p:cTn>
                  </p:par>
                  <p:par>
                    <p:cTn id="55" fill="hold">
                      <p:stCondLst>
                        <p:cond delay="indefinite"/>
                      </p:stCondLst>
                      <p:childTnLst>
                        <p:par>
                          <p:cTn id="56" fill="hold">
                            <p:stCondLst>
                              <p:cond delay="0"/>
                            </p:stCondLst>
                            <p:childTnLst>
                              <p:par>
                                <p:cTn id="57" presetID="9" presetClass="entr" fill="hold" nodeType="clickEffect">
                                  <p:stCondLst>
                                    <p:cond delay="0"/>
                                  </p:stCondLst>
                                  <p:iterate>
                                    <p:tmAbs val="0"/>
                                  </p:iterate>
                                  <p:childTnLst>
                                    <p:set>
                                      <p:cBhvr>
                                        <p:cTn id="58" fill="hold"/>
                                        <p:tgtEl>
                                          <p:spTgt spid="157"/>
                                        </p:tgtEl>
                                        <p:attrNameLst>
                                          <p:attrName>style.visibility</p:attrName>
                                        </p:attrNameLst>
                                      </p:cBhvr>
                                      <p:to>
                                        <p:strVal val="visible"/>
                                      </p:to>
                                    </p:set>
                                    <p:animEffect transition="in" filter="dissolve">
                                      <p:cBhvr>
                                        <p:cTn id="59" dur="500"/>
                                        <p:tgtEl>
                                          <p:spTgt spid="157"/>
                                        </p:tgtEl>
                                      </p:cBhvr>
                                    </p:animEffect>
                                  </p:childTnLst>
                                </p:cTn>
                              </p:par>
                            </p:childTnLst>
                          </p:cTn>
                        </p:par>
                        <p:par>
                          <p:cTn id="60" fill="hold">
                            <p:stCondLst>
                              <p:cond delay="500"/>
                            </p:stCondLst>
                            <p:childTnLst>
                              <p:par>
                                <p:cTn id="61" presetID="19" presetClass="entr" presetSubtype="5" fill="hold" nodeType="afterEffect">
                                  <p:stCondLst>
                                    <p:cond delay="0"/>
                                  </p:stCondLst>
                                  <p:iterate>
                                    <p:tmAbs val="0"/>
                                  </p:iterate>
                                  <p:childTnLst>
                                    <p:set>
                                      <p:cBhvr>
                                        <p:cTn id="62" fill="hold"/>
                                        <p:tgtEl>
                                          <p:spTgt spid="170"/>
                                        </p:tgtEl>
                                        <p:attrNameLst>
                                          <p:attrName>style.visibility</p:attrName>
                                        </p:attrNameLst>
                                      </p:cBhvr>
                                      <p:to>
                                        <p:strVal val="visible"/>
                                      </p:to>
                                    </p:set>
                                    <p:anim calcmode="lin" valueType="num">
                                      <p:cBhvr>
                                        <p:cTn id="63" dur="250" fill="hold"/>
                                        <p:tgtEl>
                                          <p:spTgt spid="170"/>
                                        </p:tgtEl>
                                        <p:attrNameLst>
                                          <p:attrName>ppt_w</p:attrName>
                                        </p:attrNameLst>
                                      </p:cBhvr>
                                      <p:tavLst>
                                        <p:tav tm="0">
                                          <p:val>
                                            <p:strVal val="#ppt_w"/>
                                          </p:val>
                                        </p:tav>
                                        <p:tav tm="100000">
                                          <p:val>
                                            <p:strVal val="#ppt_w"/>
                                          </p:val>
                                        </p:tav>
                                      </p:tavLst>
                                    </p:anim>
                                    <p:anim calcmode="lin" valueType="num">
                                      <p:cBhvr>
                                        <p:cTn id="64" dur="250" fill="hold"/>
                                        <p:tgtEl>
                                          <p:spTgt spid="170"/>
                                        </p:tgtEl>
                                        <p:attrNameLst>
                                          <p:attrName>ppt_h</p:attrName>
                                        </p:attrNameLst>
                                      </p:cBhvr>
                                      <p:tavLst>
                                        <p:tav tm="0" fmla="#ppt_h*sin(2.5*pi*$)">
                                          <p:val>
                                            <p:fltVal val="0"/>
                                          </p:val>
                                        </p:tav>
                                        <p:tav tm="100000">
                                          <p:val>
                                            <p:fltVal val="1"/>
                                          </p:val>
                                        </p:tav>
                                      </p:tavLst>
                                    </p:anim>
                                  </p:childTnLst>
                                </p:cTn>
                              </p:par>
                            </p:childTnLst>
                          </p:cTn>
                        </p:par>
                        <p:par>
                          <p:cTn id="65" fill="hold">
                            <p:stCondLst>
                              <p:cond delay="500"/>
                            </p:stCondLst>
                            <p:childTnLst>
                              <p:par>
                                <p:cTn id="66" presetID="18" presetClass="entr" presetSubtype="12" fill="hold" nodeType="afterEffect">
                                  <p:stCondLst>
                                    <p:cond delay="0"/>
                                  </p:stCondLst>
                                  <p:iterate>
                                    <p:tmAbs val="0"/>
                                  </p:iterate>
                                  <p:childTnLst>
                                    <p:set>
                                      <p:cBhvr>
                                        <p:cTn id="67" fill="hold"/>
                                        <p:tgtEl>
                                          <p:spTgt spid="171"/>
                                        </p:tgtEl>
                                        <p:attrNameLst>
                                          <p:attrName>style.visibility</p:attrName>
                                        </p:attrNameLst>
                                      </p:cBhvr>
                                      <p:to>
                                        <p:strVal val="visible"/>
                                      </p:to>
                                    </p:set>
                                    <p:animEffect transition="in" filter="strips(downLeft)">
                                      <p:cBhvr>
                                        <p:cTn id="68" dur="750"/>
                                        <p:tgtEl>
                                          <p:spTgt spid="171"/>
                                        </p:tgtEl>
                                      </p:cBhvr>
                                    </p:animEffect>
                                  </p:childTnLst>
                                </p:cTn>
                              </p:par>
                            </p:childTnLst>
                          </p:cTn>
                        </p:par>
                      </p:childTnLst>
                    </p:cTn>
                  </p:par>
                  <p:par>
                    <p:cTn id="69" fill="hold">
                      <p:stCondLst>
                        <p:cond delay="indefinite"/>
                      </p:stCondLst>
                      <p:childTnLst>
                        <p:par>
                          <p:cTn id="70" fill="hold">
                            <p:stCondLst>
                              <p:cond delay="0"/>
                            </p:stCondLst>
                            <p:childTnLst>
                              <p:par>
                                <p:cTn id="71" presetID="9" presetClass="entr" fill="hold" nodeType="clickEffect">
                                  <p:stCondLst>
                                    <p:cond delay="0"/>
                                  </p:stCondLst>
                                  <p:iterate>
                                    <p:tmAbs val="0"/>
                                  </p:iterate>
                                  <p:childTnLst>
                                    <p:set>
                                      <p:cBhvr>
                                        <p:cTn id="72" fill="hold"/>
                                        <p:tgtEl>
                                          <p:spTgt spid="148"/>
                                        </p:tgtEl>
                                        <p:attrNameLst>
                                          <p:attrName>style.visibility</p:attrName>
                                        </p:attrNameLst>
                                      </p:cBhvr>
                                      <p:to>
                                        <p:strVal val="visible"/>
                                      </p:to>
                                    </p:set>
                                    <p:animEffect transition="in" filter="dissolve">
                                      <p:cBhvr>
                                        <p:cTn id="73" dur="500"/>
                                        <p:tgtEl>
                                          <p:spTgt spid="148"/>
                                        </p:tgtEl>
                                      </p:cBhvr>
                                    </p:animEffect>
                                  </p:childTnLst>
                                </p:cTn>
                              </p:par>
                            </p:childTnLst>
                          </p:cTn>
                        </p:par>
                        <p:par>
                          <p:cTn id="74" fill="hold">
                            <p:stCondLst>
                              <p:cond delay="500"/>
                            </p:stCondLst>
                            <p:childTnLst>
                              <p:par>
                                <p:cTn id="75" presetID="19" presetClass="entr" presetSubtype="5" fill="hold" nodeType="afterEffect">
                                  <p:stCondLst>
                                    <p:cond delay="0"/>
                                  </p:stCondLst>
                                  <p:iterate>
                                    <p:tmAbs val="0"/>
                                  </p:iterate>
                                  <p:childTnLst>
                                    <p:set>
                                      <p:cBhvr>
                                        <p:cTn id="76" fill="hold"/>
                                        <p:tgtEl>
                                          <p:spTgt spid="168"/>
                                        </p:tgtEl>
                                        <p:attrNameLst>
                                          <p:attrName>style.visibility</p:attrName>
                                        </p:attrNameLst>
                                      </p:cBhvr>
                                      <p:to>
                                        <p:strVal val="visible"/>
                                      </p:to>
                                    </p:set>
                                    <p:anim calcmode="lin" valueType="num">
                                      <p:cBhvr>
                                        <p:cTn id="77" dur="250" fill="hold"/>
                                        <p:tgtEl>
                                          <p:spTgt spid="168"/>
                                        </p:tgtEl>
                                        <p:attrNameLst>
                                          <p:attrName>ppt_w</p:attrName>
                                        </p:attrNameLst>
                                      </p:cBhvr>
                                      <p:tavLst>
                                        <p:tav tm="0">
                                          <p:val>
                                            <p:strVal val="#ppt_w"/>
                                          </p:val>
                                        </p:tav>
                                        <p:tav tm="100000">
                                          <p:val>
                                            <p:strVal val="#ppt_w"/>
                                          </p:val>
                                        </p:tav>
                                      </p:tavLst>
                                    </p:anim>
                                    <p:anim calcmode="lin" valueType="num">
                                      <p:cBhvr>
                                        <p:cTn id="78" dur="250" fill="hold"/>
                                        <p:tgtEl>
                                          <p:spTgt spid="168"/>
                                        </p:tgtEl>
                                        <p:attrNameLst>
                                          <p:attrName>ppt_h</p:attrName>
                                        </p:attrNameLst>
                                      </p:cBhvr>
                                      <p:tavLst>
                                        <p:tav tm="0" fmla="#ppt_h*sin(2.5*pi*$)">
                                          <p:val>
                                            <p:fltVal val="0"/>
                                          </p:val>
                                        </p:tav>
                                        <p:tav tm="100000">
                                          <p:val>
                                            <p:fltVal val="1"/>
                                          </p:val>
                                        </p:tav>
                                      </p:tavLst>
                                    </p:anim>
                                  </p:childTnLst>
                                </p:cTn>
                              </p:par>
                            </p:childTnLst>
                          </p:cTn>
                        </p:par>
                        <p:par>
                          <p:cTn id="79" fill="hold">
                            <p:stCondLst>
                              <p:cond delay="500"/>
                            </p:stCondLst>
                            <p:childTnLst>
                              <p:par>
                                <p:cTn id="80" presetID="18" presetClass="entr" presetSubtype="12" fill="hold" nodeType="afterEffect">
                                  <p:stCondLst>
                                    <p:cond delay="0"/>
                                  </p:stCondLst>
                                  <p:iterate>
                                    <p:tmAbs val="0"/>
                                  </p:iterate>
                                  <p:childTnLst>
                                    <p:set>
                                      <p:cBhvr>
                                        <p:cTn id="81" fill="hold"/>
                                        <p:tgtEl>
                                          <p:spTgt spid="169"/>
                                        </p:tgtEl>
                                        <p:attrNameLst>
                                          <p:attrName>style.visibility</p:attrName>
                                        </p:attrNameLst>
                                      </p:cBhvr>
                                      <p:to>
                                        <p:strVal val="visible"/>
                                      </p:to>
                                    </p:set>
                                    <p:animEffect transition="in" filter="strips(downLeft)">
                                      <p:cBhvr>
                                        <p:cTn id="82" dur="750"/>
                                        <p:tgtEl>
                                          <p:spTgt spid="169"/>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2" fill="hold" nodeType="clickEffect">
                                  <p:stCondLst>
                                    <p:cond delay="0"/>
                                  </p:stCondLst>
                                  <p:iterate>
                                    <p:tmAbs val="0"/>
                                  </p:iterate>
                                  <p:childTnLst>
                                    <p:set>
                                      <p:cBhvr>
                                        <p:cTn id="86" fill="hold"/>
                                        <p:tgtEl>
                                          <p:spTgt spid="134"/>
                                        </p:tgtEl>
                                        <p:attrNameLst>
                                          <p:attrName>style.visibility</p:attrName>
                                        </p:attrNameLst>
                                      </p:cBhvr>
                                      <p:to>
                                        <p:strVal val="visible"/>
                                      </p:to>
                                    </p:set>
                                    <p:animEffect transition="in" filter="wipe(right)">
                                      <p:cBhvr>
                                        <p:cTn id="87" dur="400"/>
                                        <p:tgtEl>
                                          <p:spTgt spid="134"/>
                                        </p:tgtEl>
                                      </p:cBhvr>
                                    </p:animEffect>
                                  </p:childTnLst>
                                </p:cTn>
                              </p:par>
                            </p:childTnLst>
                          </p:cTn>
                        </p:par>
                      </p:childTnLst>
                    </p:cTn>
                  </p:par>
                  <p:par>
                    <p:cTn id="88" fill="hold">
                      <p:stCondLst>
                        <p:cond delay="indefinite"/>
                      </p:stCondLst>
                      <p:childTnLst>
                        <p:par>
                          <p:cTn id="89" fill="hold">
                            <p:stCondLst>
                              <p:cond delay="0"/>
                            </p:stCondLst>
                            <p:childTnLst>
                              <p:par>
                                <p:cTn id="90" presetID="9" presetClass="entr" fill="hold" nodeType="clickEffect">
                                  <p:stCondLst>
                                    <p:cond delay="0"/>
                                  </p:stCondLst>
                                  <p:iterate>
                                    <p:tmAbs val="0"/>
                                  </p:iterate>
                                  <p:childTnLst>
                                    <p:set>
                                      <p:cBhvr>
                                        <p:cTn id="91" fill="hold"/>
                                        <p:tgtEl>
                                          <p:spTgt spid="139"/>
                                        </p:tgtEl>
                                        <p:attrNameLst>
                                          <p:attrName>style.visibility</p:attrName>
                                        </p:attrNameLst>
                                      </p:cBhvr>
                                      <p:to>
                                        <p:strVal val="visible"/>
                                      </p:to>
                                    </p:set>
                                    <p:animEffect transition="in" filter="dissolve">
                                      <p:cBhvr>
                                        <p:cTn id="92" dur="500"/>
                                        <p:tgtEl>
                                          <p:spTgt spid="139"/>
                                        </p:tgtEl>
                                      </p:cBhvr>
                                    </p:animEffect>
                                  </p:childTnLst>
                                </p:cTn>
                              </p:par>
                            </p:childTnLst>
                          </p:cTn>
                        </p:par>
                        <p:par>
                          <p:cTn id="93" fill="hold">
                            <p:stCondLst>
                              <p:cond delay="500"/>
                            </p:stCondLst>
                            <p:childTnLst>
                              <p:par>
                                <p:cTn id="94" presetID="19" presetClass="entr" presetSubtype="5" fill="hold" nodeType="afterEffect">
                                  <p:stCondLst>
                                    <p:cond delay="0"/>
                                  </p:stCondLst>
                                  <p:iterate>
                                    <p:tmAbs val="0"/>
                                  </p:iterate>
                                  <p:childTnLst>
                                    <p:set>
                                      <p:cBhvr>
                                        <p:cTn id="95" fill="hold"/>
                                        <p:tgtEl>
                                          <p:spTgt spid="166"/>
                                        </p:tgtEl>
                                        <p:attrNameLst>
                                          <p:attrName>style.visibility</p:attrName>
                                        </p:attrNameLst>
                                      </p:cBhvr>
                                      <p:to>
                                        <p:strVal val="visible"/>
                                      </p:to>
                                    </p:set>
                                    <p:anim calcmode="lin" valueType="num">
                                      <p:cBhvr>
                                        <p:cTn id="96" dur="250" fill="hold"/>
                                        <p:tgtEl>
                                          <p:spTgt spid="166"/>
                                        </p:tgtEl>
                                        <p:attrNameLst>
                                          <p:attrName>ppt_w</p:attrName>
                                        </p:attrNameLst>
                                      </p:cBhvr>
                                      <p:tavLst>
                                        <p:tav tm="0">
                                          <p:val>
                                            <p:strVal val="#ppt_w"/>
                                          </p:val>
                                        </p:tav>
                                        <p:tav tm="100000">
                                          <p:val>
                                            <p:strVal val="#ppt_w"/>
                                          </p:val>
                                        </p:tav>
                                      </p:tavLst>
                                    </p:anim>
                                    <p:anim calcmode="lin" valueType="num">
                                      <p:cBhvr>
                                        <p:cTn id="97" dur="250" fill="hold"/>
                                        <p:tgtEl>
                                          <p:spTgt spid="166"/>
                                        </p:tgtEl>
                                        <p:attrNameLst>
                                          <p:attrName>ppt_h</p:attrName>
                                        </p:attrNameLst>
                                      </p:cBhvr>
                                      <p:tavLst>
                                        <p:tav tm="0" fmla="#ppt_h*sin(2.5*pi*$)">
                                          <p:val>
                                            <p:fltVal val="0"/>
                                          </p:val>
                                        </p:tav>
                                        <p:tav tm="100000">
                                          <p:val>
                                            <p:fltVal val="1"/>
                                          </p:val>
                                        </p:tav>
                                      </p:tavLst>
                                    </p:anim>
                                  </p:childTnLst>
                                </p:cTn>
                              </p:par>
                            </p:childTnLst>
                          </p:cTn>
                        </p:par>
                        <p:par>
                          <p:cTn id="98" fill="hold">
                            <p:stCondLst>
                              <p:cond delay="500"/>
                            </p:stCondLst>
                            <p:childTnLst>
                              <p:par>
                                <p:cTn id="99" presetID="18" presetClass="entr" presetSubtype="12" fill="hold" nodeType="afterEffect">
                                  <p:stCondLst>
                                    <p:cond delay="0"/>
                                  </p:stCondLst>
                                  <p:iterate>
                                    <p:tmAbs val="0"/>
                                  </p:iterate>
                                  <p:childTnLst>
                                    <p:set>
                                      <p:cBhvr>
                                        <p:cTn id="100" fill="hold"/>
                                        <p:tgtEl>
                                          <p:spTgt spid="167"/>
                                        </p:tgtEl>
                                        <p:attrNameLst>
                                          <p:attrName>style.visibility</p:attrName>
                                        </p:attrNameLst>
                                      </p:cBhvr>
                                      <p:to>
                                        <p:strVal val="visible"/>
                                      </p:to>
                                    </p:set>
                                    <p:animEffect transition="in" filter="strips(downLeft)">
                                      <p:cBhvr>
                                        <p:cTn id="101" dur="750"/>
                                        <p:tgtEl>
                                          <p:spTgt spid="167"/>
                                        </p:tgtEl>
                                      </p:cBhvr>
                                    </p:animEffect>
                                  </p:childTnLst>
                                </p:cTn>
                              </p:par>
                            </p:childTnLst>
                          </p:cTn>
                        </p:par>
                      </p:childTnLst>
                    </p:cTn>
                  </p:par>
                </p:childTnLst>
              </p:cTn>
              <p:prevCondLst>
                <p:cond evt="onPrev" delay="0"/>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矩形 1"/>
          <p:cNvSpPr/>
          <p:nvPr/>
        </p:nvSpPr>
        <p:spPr>
          <a:xfrm>
            <a:off x="0" y="1350962"/>
            <a:ext cx="3228975" cy="1187451"/>
          </a:xfrm>
          <a:prstGeom prst="rect">
            <a:avLst/>
          </a:prstGeom>
          <a:solidFill>
            <a:srgbClr val="414455"/>
          </a:solidFill>
          <a:ln w="12700">
            <a:miter lim="400000"/>
          </a:ln>
        </p:spPr>
        <p:txBody>
          <a:bodyPr lIns="45719" rIns="45719" anchor="ctr"/>
          <a:lstStyle/>
          <a:p>
            <a:pPr algn="ctr">
              <a:defRPr>
                <a:solidFill>
                  <a:srgbClr val="FFFFFF"/>
                </a:solidFill>
              </a:defRPr>
            </a:pPr>
            <a:endParaRPr/>
          </a:p>
        </p:txBody>
      </p:sp>
      <p:sp>
        <p:nvSpPr>
          <p:cNvPr id="128" name="文本框 2"/>
          <p:cNvSpPr txBox="1"/>
          <p:nvPr/>
        </p:nvSpPr>
        <p:spPr>
          <a:xfrm>
            <a:off x="1352549" y="1663700"/>
            <a:ext cx="1605281" cy="601981"/>
          </a:xfrm>
          <a:prstGeom prst="rect">
            <a:avLst/>
          </a:prstGeom>
          <a:ln w="12700">
            <a:miter lim="400000"/>
          </a:ln>
          <a:extLst>
            <a:ext uri="{C572A759-6A51-4108-AA02-DFA0A04FC94B}"/>
          </a:extLst>
        </p:spPr>
        <p:txBody>
          <a:bodyPr wrap="none" lIns="34290" tIns="34290" rIns="34290" bIns="34290">
            <a:spAutoFit/>
          </a:bodyPr>
          <a:lstStyle>
            <a:lvl1pPr>
              <a:defRPr sz="3000" b="1">
                <a:solidFill>
                  <a:srgbClr val="FFFFFF"/>
                </a:solidFill>
                <a:latin typeface="微软雅黑"/>
                <a:ea typeface="微软雅黑"/>
                <a:cs typeface="微软雅黑"/>
                <a:sym typeface="微软雅黑"/>
              </a:defRPr>
            </a:lvl1pPr>
          </a:lstStyle>
          <a:p>
            <a:r>
              <a:t>第五部分</a:t>
            </a:r>
          </a:p>
        </p:txBody>
      </p:sp>
      <p:sp>
        <p:nvSpPr>
          <p:cNvPr id="129" name="文本框 8"/>
          <p:cNvSpPr txBox="1"/>
          <p:nvPr/>
        </p:nvSpPr>
        <p:spPr>
          <a:xfrm>
            <a:off x="4124098" y="1538287"/>
            <a:ext cx="2121093" cy="684803"/>
          </a:xfrm>
          <a:prstGeom prst="rect">
            <a:avLst/>
          </a:prstGeom>
          <a:noFill/>
          <a:ln w="12700" cap="flat">
            <a:noFill/>
            <a:miter lim="400000"/>
          </a:ln>
          <a:effectLst/>
          <a:extLst>
            <a:ext uri="{C572A759-6A51-4108-AA02-DFA0A04FC94B}"/>
          </a:extLst>
        </p:spPr>
        <p:txBody>
          <a:bodyPr wrap="none" lIns="34290" tIns="34290" rIns="34290" bIns="34290" numCol="1" anchor="t">
            <a:spAutoFit/>
          </a:bodyPr>
          <a:lstStyle>
            <a:lvl1pPr>
              <a:defRPr sz="2400" b="1">
                <a:solidFill>
                  <a:srgbClr val="404040"/>
                </a:solidFill>
                <a:latin typeface="微软雅黑"/>
                <a:ea typeface="微软雅黑"/>
                <a:cs typeface="微软雅黑"/>
                <a:sym typeface="微软雅黑"/>
              </a:defRPr>
            </a:lvl1pPr>
          </a:lstStyle>
          <a:p>
            <a:pPr>
              <a:buClrTx/>
              <a:buSzTx/>
              <a:buFontTx/>
              <a:buNone/>
            </a:pPr>
            <a:r>
              <a:rPr lang="zh-CN" altLang="en-US" sz="4000" dirty="0"/>
              <a:t>项目难点</a:t>
            </a:r>
            <a:endParaRPr dirty="0"/>
          </a:p>
        </p:txBody>
      </p:sp>
      <p:sp>
        <p:nvSpPr>
          <p:cNvPr id="130" name="矩形 9"/>
          <p:cNvSpPr/>
          <p:nvPr/>
        </p:nvSpPr>
        <p:spPr>
          <a:xfrm>
            <a:off x="3825875" y="2932113"/>
            <a:ext cx="5319713" cy="200026"/>
          </a:xfrm>
          <a:prstGeom prst="rect">
            <a:avLst/>
          </a:prstGeom>
          <a:solidFill>
            <a:srgbClr val="414455"/>
          </a:solidFill>
          <a:ln w="12700">
            <a:miter lim="400000"/>
          </a:ln>
        </p:spPr>
        <p:txBody>
          <a:bodyPr lIns="45719" rIns="45719" anchor="ctr"/>
          <a:lstStyle/>
          <a:p>
            <a:pPr algn="ctr">
              <a:defRPr>
                <a:solidFill>
                  <a:srgbClr val="FFFFFF"/>
                </a:solidFill>
              </a:defRPr>
            </a:pPr>
            <a:endParaRPr/>
          </a:p>
        </p:txBody>
      </p:sp>
      <p:sp>
        <p:nvSpPr>
          <p:cNvPr id="131" name="矩形 10"/>
          <p:cNvSpPr/>
          <p:nvPr/>
        </p:nvSpPr>
        <p:spPr>
          <a:xfrm>
            <a:off x="3301999" y="1350962"/>
            <a:ext cx="306390" cy="1187451"/>
          </a:xfrm>
          <a:prstGeom prst="rect">
            <a:avLst/>
          </a:prstGeom>
          <a:solidFill>
            <a:srgbClr val="414455"/>
          </a:solidFill>
          <a:ln w="12700">
            <a:miter lim="400000"/>
          </a:ln>
        </p:spPr>
        <p:txBody>
          <a:bodyPr lIns="45719" rIns="45719" anchor="ctr"/>
          <a:lstStyle/>
          <a:p>
            <a:pPr algn="ctr">
              <a:defRPr>
                <a:solidFill>
                  <a:srgbClr val="FFFFFF"/>
                </a:solidFill>
              </a:defRPr>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Tn>
                        </p:par>
                        <p:par>
                          <p:cTn id="5" fill="hold">
                            <p:stCondLst>
                              <p:cond delay="0"/>
                            </p:stCondLst>
                            <p:childTnLst>
                              <p:par>
                                <p:cTn id="6" presetID="22" presetClass="entr" presetSubtype="8" fill="hold" nodeType="afterEffect">
                                  <p:stCondLst>
                                    <p:cond delay="0"/>
                                  </p:stCondLst>
                                  <p:iterate>
                                    <p:tmAbs val="0"/>
                                  </p:iterate>
                                  <p:childTnLst>
                                    <p:set>
                                      <p:cBhvr>
                                        <p:cTn id="7" fill="hold"/>
                                        <p:tgtEl>
                                          <p:spTgt spid="127"/>
                                        </p:tgtEl>
                                        <p:attrNameLst>
                                          <p:attrName>style.visibility</p:attrName>
                                        </p:attrNameLst>
                                      </p:cBhvr>
                                      <p:to>
                                        <p:strVal val="visible"/>
                                      </p:to>
                                    </p:set>
                                    <p:animEffect transition="in" filter="wipe(left)">
                                      <p:cBhvr>
                                        <p:cTn id="8" dur="500"/>
                                        <p:tgtEl>
                                          <p:spTgt spid="127"/>
                                        </p:tgtEl>
                                      </p:cBhvr>
                                    </p:animEffect>
                                  </p:childTnLst>
                                </p:cTn>
                              </p:par>
                            </p:childTnLst>
                          </p:cTn>
                        </p:par>
                        <p:par>
                          <p:cTn id="9" fill="hold">
                            <p:stCondLst>
                              <p:cond delay="0"/>
                            </p:stCondLst>
                            <p:childTnLst>
                              <p:par>
                                <p:cTn id="10" presetID="2" presetClass="entr" presetSubtype="1" fill="hold" nodeType="afterEffect">
                                  <p:stCondLst>
                                    <p:cond delay="300"/>
                                  </p:stCondLst>
                                  <p:iterate>
                                    <p:tmAbs val="0"/>
                                  </p:iterate>
                                  <p:childTnLst>
                                    <p:set>
                                      <p:cBhvr>
                                        <p:cTn id="11" fill="hold"/>
                                        <p:tgtEl>
                                          <p:spTgt spid="131"/>
                                        </p:tgtEl>
                                        <p:attrNameLst>
                                          <p:attrName>style.visibility</p:attrName>
                                        </p:attrNameLst>
                                      </p:cBhvr>
                                      <p:to>
                                        <p:strVal val="visible"/>
                                      </p:to>
                                    </p:set>
                                    <p:anim calcmode="lin" valueType="num">
                                      <p:cBhvr>
                                        <p:cTn id="12" dur="400" fill="hold"/>
                                        <p:tgtEl>
                                          <p:spTgt spid="131"/>
                                        </p:tgtEl>
                                        <p:attrNameLst>
                                          <p:attrName>ppt_x</p:attrName>
                                        </p:attrNameLst>
                                      </p:cBhvr>
                                      <p:tavLst>
                                        <p:tav tm="0">
                                          <p:val>
                                            <p:strVal val="#ppt_x"/>
                                          </p:val>
                                        </p:tav>
                                        <p:tav tm="100000">
                                          <p:val>
                                            <p:strVal val="#ppt_x"/>
                                          </p:val>
                                        </p:tav>
                                      </p:tavLst>
                                    </p:anim>
                                    <p:anim calcmode="lin" valueType="num">
                                      <p:cBhvr>
                                        <p:cTn id="13" dur="400" fill="hold"/>
                                        <p:tgtEl>
                                          <p:spTgt spid="131"/>
                                        </p:tgtEl>
                                        <p:attrNameLst>
                                          <p:attrName>ppt_y</p:attrName>
                                        </p:attrNameLst>
                                      </p:cBhvr>
                                      <p:tavLst>
                                        <p:tav tm="0">
                                          <p:val>
                                            <p:strVal val="0-#ppt_h/2"/>
                                          </p:val>
                                        </p:tav>
                                        <p:tav tm="100000">
                                          <p:val>
                                            <p:strVal val="#ppt_y"/>
                                          </p:val>
                                        </p:tav>
                                      </p:tavLst>
                                    </p:anim>
                                  </p:childTnLst>
                                </p:cTn>
                              </p:par>
                            </p:childTnLst>
                          </p:cTn>
                        </p:par>
                        <p:par>
                          <p:cTn id="14" fill="hold">
                            <p:stCondLst>
                              <p:cond delay="0"/>
                            </p:stCondLst>
                            <p:childTnLst>
                              <p:par>
                                <p:cTn id="15" presetID="22" presetClass="entr" presetSubtype="8" fill="hold" nodeType="afterEffect">
                                  <p:stCondLst>
                                    <p:cond delay="0"/>
                                  </p:stCondLst>
                                  <p:iterate>
                                    <p:tmAbs val="0"/>
                                  </p:iterate>
                                  <p:childTnLst>
                                    <p:set>
                                      <p:cBhvr>
                                        <p:cTn id="16" fill="hold"/>
                                        <p:tgtEl>
                                          <p:spTgt spid="130"/>
                                        </p:tgtEl>
                                        <p:attrNameLst>
                                          <p:attrName>style.visibility</p:attrName>
                                        </p:attrNameLst>
                                      </p:cBhvr>
                                      <p:to>
                                        <p:strVal val="visible"/>
                                      </p:to>
                                    </p:set>
                                    <p:animEffect transition="in" filter="wipe(left)">
                                      <p:cBhvr>
                                        <p:cTn id="17" dur="500"/>
                                        <p:tgtEl>
                                          <p:spTgt spid="130"/>
                                        </p:tgtEl>
                                      </p:cBhvr>
                                    </p:animEffect>
                                  </p:childTnLst>
                                </p:cTn>
                              </p:par>
                            </p:childTnLst>
                          </p:cTn>
                        </p:par>
                      </p:childTnLst>
                    </p:cTn>
                  </p:par>
                </p:childTnLst>
              </p:cTn>
              <p:prevCondLst>
                <p:cond evt="onPrev" delay="0"/>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7" name="组合 7"/>
          <p:cNvGrpSpPr/>
          <p:nvPr/>
        </p:nvGrpSpPr>
        <p:grpSpPr>
          <a:xfrm>
            <a:off x="3449603" y="1117980"/>
            <a:ext cx="719143" cy="720729"/>
            <a:chOff x="-1" y="0"/>
            <a:chExt cx="719139" cy="720724"/>
          </a:xfrm>
        </p:grpSpPr>
        <p:sp>
          <p:nvSpPr>
            <p:cNvPr id="68" name="椭圆 8"/>
            <p:cNvSpPr/>
            <p:nvPr/>
          </p:nvSpPr>
          <p:spPr>
            <a:xfrm>
              <a:off x="-1" y="0"/>
              <a:ext cx="719140" cy="720725"/>
            </a:xfrm>
            <a:prstGeom prst="ellipse">
              <a:avLst/>
            </a:prstGeom>
            <a:solidFill>
              <a:srgbClr val="414455"/>
            </a:solidFill>
            <a:ln w="12700" cap="flat">
              <a:noFill/>
              <a:miter lim="400000"/>
            </a:ln>
            <a:effectLst/>
          </p:spPr>
          <p:txBody>
            <a:bodyPr wrap="square" lIns="45719" tIns="45719" rIns="45719" bIns="45719" numCol="1" anchor="ctr">
              <a:noAutofit/>
            </a:bodyPr>
            <a:lstStyle/>
            <a:p>
              <a:pPr algn="ctr">
                <a:defRPr sz="1400">
                  <a:solidFill>
                    <a:srgbClr val="FFFFFF"/>
                  </a:solidFill>
                  <a:latin typeface="微软雅黑"/>
                  <a:ea typeface="微软雅黑"/>
                  <a:cs typeface="微软雅黑"/>
                  <a:sym typeface="微软雅黑"/>
                </a:defRPr>
              </a:pPr>
              <a:endParaRPr/>
            </a:p>
          </p:txBody>
        </p:sp>
        <p:sp>
          <p:nvSpPr>
            <p:cNvPr id="69" name="TextBox 9"/>
            <p:cNvSpPr txBox="1"/>
            <p:nvPr/>
          </p:nvSpPr>
          <p:spPr>
            <a:xfrm>
              <a:off x="105569" y="93662"/>
              <a:ext cx="507998" cy="520697"/>
            </a:xfrm>
            <a:prstGeom prst="rect">
              <a:avLst/>
            </a:prstGeom>
            <a:noFill/>
            <a:ln w="12700" cap="flat">
              <a:noFill/>
              <a:miter lim="400000"/>
            </a:ln>
            <a:effectLst/>
            <a:extLst>
              <a:ext uri="{C572A759-6A51-4108-AA02-DFA0A04FC94B}"/>
            </a:extLst>
          </p:spPr>
          <p:txBody>
            <a:bodyPr wrap="none" lIns="45719" tIns="45719" rIns="45719" bIns="45719" numCol="1" anchor="t">
              <a:spAutoFit/>
            </a:bodyPr>
            <a:lstStyle>
              <a:lvl1pPr>
                <a:defRPr sz="2800">
                  <a:solidFill>
                    <a:srgbClr val="FFFFFF"/>
                  </a:solidFill>
                  <a:latin typeface="微软雅黑"/>
                  <a:ea typeface="微软雅黑"/>
                  <a:cs typeface="微软雅黑"/>
                  <a:sym typeface="微软雅黑"/>
                </a:defRPr>
              </a:lvl1pPr>
            </a:lstStyle>
            <a:p>
              <a:pPr>
                <a:buClrTx/>
                <a:buSzTx/>
                <a:buFontTx/>
                <a:buNone/>
              </a:pPr>
              <a:r>
                <a:t>01</a:t>
              </a:r>
            </a:p>
          </p:txBody>
        </p:sp>
      </p:grpSp>
      <p:sp>
        <p:nvSpPr>
          <p:cNvPr id="70" name="文本框 69"/>
          <p:cNvSpPr txBox="1"/>
          <p:nvPr/>
        </p:nvSpPr>
        <p:spPr>
          <a:xfrm>
            <a:off x="4326014" y="2013127"/>
            <a:ext cx="3632200" cy="2012950"/>
          </a:xfrm>
        </p:spPr>
        <p:txBody>
          <a:bodyPr>
            <a:spAutoFit/>
          </a:bodyPr>
          <a:lstStyle/>
          <a:p>
            <a:pPr>
              <a:defRPr sz="1800" b="0" i="0" u="none" strike="noStrike" spc="0" baseline="0">
                <a:ln>
                  <a:noFill/>
                </a:ln>
                <a:solidFill>
                  <a:srgbClr val="000000">
                    <a:alpha val="100000"/>
                  </a:srgbClr>
                </a:solidFill>
                <a:effectLst/>
                <a:latin typeface="Calibri"/>
                <a:ea typeface="Calibri"/>
                <a:cs typeface="+mn-cs"/>
                <a:sym typeface="Calibri"/>
              </a:defRPr>
            </a:pPr>
            <a:r>
              <a:rPr lang="zh-CN" altLang="en-US" dirty="0">
                <a:solidFill>
                  <a:srgbClr val="000000">
                    <a:alpha val="100000"/>
                  </a:srgbClr>
                </a:solidFill>
                <a:latin typeface="宋体"/>
                <a:ea typeface="宋体"/>
              </a:rPr>
              <a:t>为了找到最优的海面温度反演模型，项目中需要尝试多种深度学习模型。不同模型的特性和适用场景不同，如何根据实验数据选择最合适的模型，如何在数据库中记录和对比这些模型的表现，是模型选择过程中的一个挑战。</a:t>
            </a:r>
          </a:p>
          <a:p>
            <a:pPr marL="0" lvl="0" indent="0" algn="l" defTabSz="914400">
              <a:lnSpc>
                <a:spcPct val="100000"/>
              </a:lnSpc>
              <a:spcBef>
                <a:spcPts val="0"/>
              </a:spcBef>
              <a:spcAft>
                <a:spcPts val="0"/>
              </a:spcAft>
              <a:buClrTx/>
              <a:buSzTx/>
              <a:buFontTx/>
              <a:buNone/>
              <a:defRPr sz="1800" b="0" i="0" u="none" strike="noStrike" spc="0" baseline="0">
                <a:ln>
                  <a:noFill/>
                </a:ln>
                <a:solidFill>
                  <a:srgbClr val="000000">
                    <a:alpha val="100000"/>
                  </a:srgbClr>
                </a:solidFill>
                <a:effectLst/>
                <a:latin typeface="Calibri"/>
                <a:ea typeface="Calibri"/>
                <a:cs typeface="+mn-cs"/>
                <a:sym typeface="Calibri"/>
              </a:defRPr>
            </a:pPr>
            <a:endParaRPr dirty="0"/>
          </a:p>
        </p:txBody>
      </p:sp>
      <p:sp>
        <p:nvSpPr>
          <p:cNvPr id="71" name="文本框 70"/>
          <p:cNvSpPr txBox="1"/>
          <p:nvPr/>
        </p:nvSpPr>
        <p:spPr>
          <a:xfrm>
            <a:off x="4326014" y="1217993"/>
            <a:ext cx="3867150" cy="520700"/>
          </a:xfrm>
        </p:spPr>
        <p:txBody>
          <a:bodyPr>
            <a:spAutoFit/>
          </a:bodyPr>
          <a:lstStyle/>
          <a:p>
            <a:r>
              <a:rPr lang="zh-CN" altLang="en-US" sz="2800" b="1" dirty="0">
                <a:solidFill>
                  <a:srgbClr val="000000">
                    <a:alpha val="100000"/>
                  </a:srgbClr>
                </a:solidFill>
                <a:latin typeface="宋体"/>
                <a:ea typeface="宋体"/>
              </a:rPr>
              <a:t>多种模型的设计与选择</a:t>
            </a:r>
          </a:p>
          <a:p>
            <a:pPr>
              <a:buClrTx/>
              <a:buSzTx/>
              <a:buFontTx/>
              <a:buNone/>
            </a:pPr>
            <a:endParaRPr dirty="0"/>
          </a:p>
        </p:txBody>
      </p:sp>
      <p:sp>
        <p:nvSpPr>
          <p:cNvPr id="72" name="矩形 36"/>
          <p:cNvSpPr txBox="1"/>
          <p:nvPr/>
        </p:nvSpPr>
        <p:spPr>
          <a:xfrm>
            <a:off x="6477000" y="176212"/>
            <a:ext cx="810476" cy="307777"/>
          </a:xfrm>
          <a:prstGeom prst="rect">
            <a:avLst/>
          </a:prstGeom>
          <a:ln w="12700">
            <a:miter lim="400000"/>
          </a:ln>
          <a:extLst>
            <a:ext uri="{C572A759-6A51-4108-AA02-DFA0A04FC94B}"/>
          </a:extLst>
        </p:spPr>
        <p:txBody>
          <a:bodyPr wrap="none" lIns="45719" rIns="45719">
            <a:spAutoFit/>
          </a:bodyPr>
          <a:lstStyle>
            <a:lvl1pPr>
              <a:defRPr sz="1400">
                <a:solidFill>
                  <a:srgbClr val="FFFFFF"/>
                </a:solidFill>
                <a:latin typeface="微软雅黑"/>
                <a:ea typeface="微软雅黑"/>
                <a:cs typeface="微软雅黑"/>
                <a:sym typeface="微软雅黑"/>
              </a:defRPr>
            </a:lvl1pPr>
          </a:lstStyle>
          <a:p>
            <a:pPr>
              <a:buClrTx/>
              <a:buSzTx/>
              <a:buFontTx/>
              <a:buNone/>
            </a:pPr>
            <a:r>
              <a:rPr lang="zh-CN" altLang="en-US" dirty="0"/>
              <a:t>项目难点</a:t>
            </a:r>
            <a:endParaRPr dirty="0"/>
          </a:p>
        </p:txBody>
      </p:sp>
      <p:sp>
        <p:nvSpPr>
          <p:cNvPr id="73" name="矩形 50"/>
          <p:cNvSpPr/>
          <p:nvPr/>
        </p:nvSpPr>
        <p:spPr>
          <a:xfrm>
            <a:off x="8564563" y="258763"/>
            <a:ext cx="184151" cy="138113"/>
          </a:xfrm>
          <a:prstGeom prst="rect">
            <a:avLst/>
          </a:prstGeom>
          <a:solidFill>
            <a:srgbClr val="FFFFFF">
              <a:alpha val="80000"/>
            </a:srgbClr>
          </a:solidFill>
          <a:ln w="12700">
            <a:miter lim="400000"/>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74" name="矩形 51"/>
          <p:cNvSpPr/>
          <p:nvPr/>
        </p:nvSpPr>
        <p:spPr>
          <a:xfrm>
            <a:off x="8329613" y="258763"/>
            <a:ext cx="182563" cy="138113"/>
          </a:xfrm>
          <a:prstGeom prst="rect">
            <a:avLst/>
          </a:prstGeom>
          <a:solidFill>
            <a:srgbClr val="FFFFFF">
              <a:alpha val="80000"/>
            </a:srgbClr>
          </a:solidFill>
          <a:ln w="12700">
            <a:miter lim="400000"/>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75" name="矩形 52"/>
          <p:cNvSpPr/>
          <p:nvPr/>
        </p:nvSpPr>
        <p:spPr>
          <a:xfrm>
            <a:off x="8097838" y="258763"/>
            <a:ext cx="184151" cy="138113"/>
          </a:xfrm>
          <a:prstGeom prst="rect">
            <a:avLst/>
          </a:prstGeom>
          <a:ln w="6350">
            <a:solidFill>
              <a:srgbClr val="D9D9D9"/>
            </a:solidFill>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76" name="矩形 53"/>
          <p:cNvSpPr/>
          <p:nvPr/>
        </p:nvSpPr>
        <p:spPr>
          <a:xfrm>
            <a:off x="7861300" y="258763"/>
            <a:ext cx="184150" cy="138113"/>
          </a:xfrm>
          <a:prstGeom prst="rect">
            <a:avLst/>
          </a:prstGeom>
          <a:solidFill>
            <a:srgbClr val="FFFFFF">
              <a:alpha val="80000"/>
            </a:srgbClr>
          </a:solidFill>
          <a:ln w="12700">
            <a:miter lim="400000"/>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77" name="矩形 54"/>
          <p:cNvSpPr/>
          <p:nvPr/>
        </p:nvSpPr>
        <p:spPr>
          <a:xfrm>
            <a:off x="7626350" y="258763"/>
            <a:ext cx="184150" cy="138113"/>
          </a:xfrm>
          <a:prstGeom prst="rect">
            <a:avLst/>
          </a:prstGeom>
          <a:solidFill>
            <a:srgbClr val="FFFFFF">
              <a:alpha val="80000"/>
            </a:srgbClr>
          </a:solidFill>
          <a:ln w="12700">
            <a:miter lim="400000"/>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78" name="矩形 55"/>
          <p:cNvSpPr/>
          <p:nvPr/>
        </p:nvSpPr>
        <p:spPr>
          <a:xfrm>
            <a:off x="7383463" y="258763"/>
            <a:ext cx="184151" cy="138113"/>
          </a:xfrm>
          <a:prstGeom prst="rect">
            <a:avLst/>
          </a:prstGeom>
          <a:solidFill>
            <a:srgbClr val="D9D9D9"/>
          </a:solidFill>
          <a:ln w="12700">
            <a:miter lim="400000"/>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grpSp>
        <p:nvGrpSpPr>
          <p:cNvPr id="79" name="组合 114"/>
          <p:cNvGrpSpPr/>
          <p:nvPr/>
        </p:nvGrpSpPr>
        <p:grpSpPr>
          <a:xfrm>
            <a:off x="725121" y="1838708"/>
            <a:ext cx="2564386" cy="2510485"/>
            <a:chOff x="3218020" y="2137420"/>
            <a:chExt cx="2752869" cy="2753319"/>
          </a:xfrm>
        </p:grpSpPr>
        <p:sp>
          <p:nvSpPr>
            <p:cNvPr id="80" name="椭圆 6"/>
            <p:cNvSpPr/>
            <p:nvPr/>
          </p:nvSpPr>
          <p:spPr>
            <a:xfrm flipH="1" flipV="1">
              <a:off x="4617911" y="3332449"/>
              <a:ext cx="1352978" cy="1558290"/>
            </a:xfrm>
            <a:custGeom>
              <a:avLst/>
              <a:gdLst/>
              <a:ahLst/>
              <a:cxnLst/>
              <a:rect l="l" t="t" r="r" b="b"/>
              <a:pathLst>
                <a:path w="1352978" h="1558290">
                  <a:moveTo>
                    <a:pt x="779145" y="0"/>
                  </a:moveTo>
                  <a:cubicBezTo>
                    <a:pt x="1007226" y="0"/>
                    <a:pt x="1212417" y="98002"/>
                    <a:pt x="1352978" y="255954"/>
                  </a:cubicBezTo>
                  <a:cubicBezTo>
                    <a:pt x="1230457" y="395537"/>
                    <a:pt x="1158327" y="578918"/>
                    <a:pt x="1158327" y="779145"/>
                  </a:cubicBezTo>
                  <a:cubicBezTo>
                    <a:pt x="1158327" y="979373"/>
                    <a:pt x="1230457" y="1162753"/>
                    <a:pt x="1352978" y="1302337"/>
                  </a:cubicBezTo>
                  <a:cubicBezTo>
                    <a:pt x="1212417" y="1460288"/>
                    <a:pt x="1007226" y="1558290"/>
                    <a:pt x="779145" y="1558290"/>
                  </a:cubicBezTo>
                  <a:cubicBezTo>
                    <a:pt x="348835" y="1558290"/>
                    <a:pt x="0" y="1209455"/>
                    <a:pt x="0" y="779145"/>
                  </a:cubicBezTo>
                  <a:cubicBezTo>
                    <a:pt x="0" y="611543"/>
                    <a:pt x="52919" y="456302"/>
                    <a:pt x="144162" y="330069"/>
                  </a:cubicBezTo>
                  <a:lnTo>
                    <a:pt x="109784" y="108908"/>
                  </a:lnTo>
                  <a:lnTo>
                    <a:pt x="331101" y="143310"/>
                  </a:lnTo>
                  <a:cubicBezTo>
                    <a:pt x="457190" y="52617"/>
                    <a:pt x="612023" y="0"/>
                    <a:pt x="779145" y="0"/>
                  </a:cubicBezTo>
                  <a:close/>
                </a:path>
              </a:pathLst>
            </a:custGeom>
            <a:solidFill>
              <a:schemeClr val="tx2">
                <a:lumMod val="60000"/>
                <a:lumOff val="40000"/>
                <a:alpha val="100000"/>
              </a:schemeClr>
            </a:solidFill>
            <a:ln w="25400" cap="flat" cmpd="sng">
              <a:solidFill>
                <a:schemeClr val="tx2">
                  <a:lumMod val="40000"/>
                  <a:lumOff val="60000"/>
                  <a:alpha val="100000"/>
                </a:schemeClr>
              </a:solidFill>
              <a:prstDash val="solid"/>
            </a:ln>
          </p:spPr>
          <p:txBody>
            <a:bodyPr anchor="ctr"/>
            <a:lstStyle/>
            <a:p>
              <a:pPr marL="0" lvl="0" indent="0" algn="ctr" defTabSz="914400">
                <a:lnSpc>
                  <a:spcPct val="97500"/>
                </a:lnSpc>
                <a:buClrTx/>
                <a:buSzTx/>
                <a:buFontTx/>
                <a:buNone/>
              </a:pPr>
              <a:endParaRPr lang="zh-CN" sz="1350" b="0" i="0" strike="noStrike" spc="0" baseline="0">
                <a:ln>
                  <a:noFill/>
                </a:ln>
                <a:solidFill>
                  <a:srgbClr val="FFFFFF"/>
                </a:solidFill>
                <a:latin typeface="默认字体"/>
                <a:ea typeface="默认字体"/>
              </a:endParaRPr>
            </a:p>
          </p:txBody>
        </p:sp>
        <p:sp>
          <p:nvSpPr>
            <p:cNvPr id="81" name="椭圆 61"/>
            <p:cNvSpPr/>
            <p:nvPr/>
          </p:nvSpPr>
          <p:spPr>
            <a:xfrm flipH="1" flipV="1">
              <a:off x="3218020" y="3537575"/>
              <a:ext cx="1558290" cy="1353163"/>
            </a:xfrm>
            <a:custGeom>
              <a:avLst/>
              <a:gdLst/>
              <a:ahLst/>
              <a:cxnLst/>
              <a:rect l="l" t="t" r="r" b="b"/>
              <a:pathLst>
                <a:path w="1558290" h="1353163">
                  <a:moveTo>
                    <a:pt x="779145" y="0"/>
                  </a:moveTo>
                  <a:cubicBezTo>
                    <a:pt x="946584" y="0"/>
                    <a:pt x="1101686" y="52816"/>
                    <a:pt x="1227870" y="143872"/>
                  </a:cubicBezTo>
                  <a:lnTo>
                    <a:pt x="1452805" y="108907"/>
                  </a:lnTo>
                  <a:lnTo>
                    <a:pt x="1417746" y="334454"/>
                  </a:lnTo>
                  <a:cubicBezTo>
                    <a:pt x="1506649" y="460075"/>
                    <a:pt x="1558290" y="613579"/>
                    <a:pt x="1558290" y="779145"/>
                  </a:cubicBezTo>
                  <a:cubicBezTo>
                    <a:pt x="1558290" y="1007122"/>
                    <a:pt x="1460378" y="1212230"/>
                    <a:pt x="1302560" y="1352794"/>
                  </a:cubicBezTo>
                  <a:cubicBezTo>
                    <a:pt x="1163008" y="1230383"/>
                    <a:pt x="979715" y="1158329"/>
                    <a:pt x="779593" y="1158329"/>
                  </a:cubicBezTo>
                  <a:cubicBezTo>
                    <a:pt x="579261" y="1158329"/>
                    <a:pt x="395794" y="1230534"/>
                    <a:pt x="256179" y="1353163"/>
                  </a:cubicBezTo>
                  <a:cubicBezTo>
                    <a:pt x="98093" y="1212607"/>
                    <a:pt x="0" y="1007331"/>
                    <a:pt x="0" y="779145"/>
                  </a:cubicBezTo>
                  <a:cubicBezTo>
                    <a:pt x="0" y="348835"/>
                    <a:pt x="348835" y="0"/>
                    <a:pt x="779145" y="0"/>
                  </a:cubicBezTo>
                  <a:close/>
                </a:path>
              </a:pathLst>
            </a:custGeom>
            <a:solidFill>
              <a:srgbClr val="294179"/>
            </a:solidFill>
            <a:ln w="25400" cap="flat" cmpd="sng">
              <a:noFill/>
              <a:prstDash val="solid"/>
            </a:ln>
          </p:spPr>
          <p:txBody>
            <a:bodyPr anchor="ctr"/>
            <a:lstStyle/>
            <a:p>
              <a:pPr marL="0" lvl="0" indent="0" algn="ctr" defTabSz="914400">
                <a:lnSpc>
                  <a:spcPct val="97500"/>
                </a:lnSpc>
                <a:buClrTx/>
                <a:buSzTx/>
                <a:buFontTx/>
                <a:buNone/>
              </a:pPr>
              <a:endParaRPr lang="zh-CN" sz="1350" b="0" i="0" strike="noStrike" spc="0" baseline="0">
                <a:ln>
                  <a:noFill/>
                </a:ln>
                <a:solidFill>
                  <a:srgbClr val="FFFFFF"/>
                </a:solidFill>
                <a:latin typeface="默认字体"/>
                <a:ea typeface="默认字体"/>
              </a:endParaRPr>
            </a:p>
          </p:txBody>
        </p:sp>
        <p:sp>
          <p:nvSpPr>
            <p:cNvPr id="82" name="椭圆 6"/>
            <p:cNvSpPr/>
            <p:nvPr/>
          </p:nvSpPr>
          <p:spPr>
            <a:xfrm>
              <a:off x="3218020" y="2137420"/>
              <a:ext cx="1352978" cy="1558290"/>
            </a:xfrm>
            <a:custGeom>
              <a:avLst/>
              <a:gdLst/>
              <a:ahLst/>
              <a:cxnLst/>
              <a:rect l="l" t="t" r="r" b="b"/>
              <a:pathLst>
                <a:path w="1352978" h="1558290">
                  <a:moveTo>
                    <a:pt x="779145" y="0"/>
                  </a:moveTo>
                  <a:cubicBezTo>
                    <a:pt x="1007226" y="0"/>
                    <a:pt x="1212417" y="98002"/>
                    <a:pt x="1352978" y="255954"/>
                  </a:cubicBezTo>
                  <a:cubicBezTo>
                    <a:pt x="1230457" y="395537"/>
                    <a:pt x="1158327" y="578918"/>
                    <a:pt x="1158327" y="779145"/>
                  </a:cubicBezTo>
                  <a:cubicBezTo>
                    <a:pt x="1158327" y="979373"/>
                    <a:pt x="1230457" y="1162753"/>
                    <a:pt x="1352978" y="1302337"/>
                  </a:cubicBezTo>
                  <a:cubicBezTo>
                    <a:pt x="1212417" y="1460288"/>
                    <a:pt x="1007226" y="1558290"/>
                    <a:pt x="779145" y="1558290"/>
                  </a:cubicBezTo>
                  <a:cubicBezTo>
                    <a:pt x="348835" y="1558290"/>
                    <a:pt x="0" y="1209455"/>
                    <a:pt x="0" y="779145"/>
                  </a:cubicBezTo>
                  <a:cubicBezTo>
                    <a:pt x="0" y="611543"/>
                    <a:pt x="52919" y="456302"/>
                    <a:pt x="144162" y="330069"/>
                  </a:cubicBezTo>
                  <a:lnTo>
                    <a:pt x="109784" y="108908"/>
                  </a:lnTo>
                  <a:lnTo>
                    <a:pt x="331101" y="143310"/>
                  </a:lnTo>
                  <a:cubicBezTo>
                    <a:pt x="457190" y="52617"/>
                    <a:pt x="612023" y="0"/>
                    <a:pt x="779145" y="0"/>
                  </a:cubicBezTo>
                  <a:close/>
                </a:path>
              </a:pathLst>
            </a:custGeom>
            <a:noFill/>
            <a:ln w="25400" cap="flat" cmpd="sng">
              <a:solidFill>
                <a:schemeClr val="tx1">
                  <a:alpha val="100000"/>
                </a:schemeClr>
              </a:solidFill>
              <a:prstDash val="solid"/>
            </a:ln>
          </p:spPr>
          <p:txBody>
            <a:bodyPr anchor="ctr"/>
            <a:lstStyle/>
            <a:p>
              <a:pPr marL="0" lvl="0" indent="0" algn="ctr" defTabSz="914400">
                <a:lnSpc>
                  <a:spcPct val="97500"/>
                </a:lnSpc>
                <a:buClrTx/>
                <a:buSzTx/>
                <a:buFontTx/>
                <a:buNone/>
              </a:pPr>
              <a:endParaRPr lang="zh-CN" sz="1350" b="0" i="0" strike="noStrike" spc="0" baseline="0">
                <a:ln>
                  <a:noFill/>
                </a:ln>
                <a:solidFill>
                  <a:srgbClr val="FFFFFF"/>
                </a:solidFill>
                <a:latin typeface="默认字体"/>
                <a:ea typeface="默认字体"/>
              </a:endParaRPr>
            </a:p>
          </p:txBody>
        </p:sp>
        <p:sp>
          <p:nvSpPr>
            <p:cNvPr id="83" name="椭圆 61"/>
            <p:cNvSpPr/>
            <p:nvPr/>
          </p:nvSpPr>
          <p:spPr>
            <a:xfrm>
              <a:off x="4412599" y="2137421"/>
              <a:ext cx="1558290" cy="1353163"/>
            </a:xfrm>
            <a:custGeom>
              <a:avLst/>
              <a:gdLst/>
              <a:ahLst/>
              <a:cxnLst/>
              <a:rect l="l" t="t" r="r" b="b"/>
              <a:pathLst>
                <a:path w="1558290" h="1353163">
                  <a:moveTo>
                    <a:pt x="779145" y="0"/>
                  </a:moveTo>
                  <a:cubicBezTo>
                    <a:pt x="946584" y="0"/>
                    <a:pt x="1101686" y="52816"/>
                    <a:pt x="1227870" y="143872"/>
                  </a:cubicBezTo>
                  <a:lnTo>
                    <a:pt x="1452805" y="108907"/>
                  </a:lnTo>
                  <a:lnTo>
                    <a:pt x="1417746" y="334454"/>
                  </a:lnTo>
                  <a:cubicBezTo>
                    <a:pt x="1506649" y="460075"/>
                    <a:pt x="1558290" y="613579"/>
                    <a:pt x="1558290" y="779145"/>
                  </a:cubicBezTo>
                  <a:cubicBezTo>
                    <a:pt x="1558290" y="1007122"/>
                    <a:pt x="1460378" y="1212230"/>
                    <a:pt x="1302560" y="1352794"/>
                  </a:cubicBezTo>
                  <a:cubicBezTo>
                    <a:pt x="1163008" y="1230383"/>
                    <a:pt x="979715" y="1158329"/>
                    <a:pt x="779593" y="1158329"/>
                  </a:cubicBezTo>
                  <a:cubicBezTo>
                    <a:pt x="579261" y="1158329"/>
                    <a:pt x="395794" y="1230534"/>
                    <a:pt x="256179" y="1353163"/>
                  </a:cubicBezTo>
                  <a:cubicBezTo>
                    <a:pt x="98093" y="1212607"/>
                    <a:pt x="0" y="1007331"/>
                    <a:pt x="0" y="779145"/>
                  </a:cubicBezTo>
                  <a:cubicBezTo>
                    <a:pt x="0" y="348835"/>
                    <a:pt x="348835" y="0"/>
                    <a:pt x="779145" y="0"/>
                  </a:cubicBezTo>
                  <a:close/>
                </a:path>
              </a:pathLst>
            </a:custGeom>
            <a:solidFill>
              <a:schemeClr val="accent1">
                <a:alpha val="100000"/>
              </a:schemeClr>
            </a:solidFill>
            <a:ln w="25400" cap="flat" cmpd="sng">
              <a:solidFill>
                <a:schemeClr val="bg1">
                  <a:alpha val="100000"/>
                </a:schemeClr>
              </a:solidFill>
              <a:prstDash val="solid"/>
            </a:ln>
          </p:spPr>
          <p:txBody>
            <a:bodyPr anchor="ctr"/>
            <a:lstStyle/>
            <a:p>
              <a:pPr marL="0" lvl="0" indent="0" algn="ctr" defTabSz="914400">
                <a:lnSpc>
                  <a:spcPct val="97500"/>
                </a:lnSpc>
                <a:buClrTx/>
                <a:buSzTx/>
                <a:buFontTx/>
                <a:buNone/>
              </a:pPr>
              <a:endParaRPr lang="zh-CN" sz="1350" b="0" i="0" strike="noStrike" spc="0" baseline="0">
                <a:ln>
                  <a:noFill/>
                </a:ln>
                <a:solidFill>
                  <a:srgbClr val="FFFFFF"/>
                </a:solidFill>
                <a:latin typeface="默认字体"/>
                <a:ea typeface="默认字体"/>
              </a:endParaRPr>
            </a:p>
          </p:txBody>
        </p:sp>
        <p:sp>
          <p:nvSpPr>
            <p:cNvPr id="84" name="椭圆 119"/>
            <p:cNvSpPr/>
            <p:nvPr/>
          </p:nvSpPr>
          <p:spPr>
            <a:xfrm flipH="1" flipV="1">
              <a:off x="4486830" y="3432539"/>
              <a:ext cx="215248" cy="215248"/>
            </a:xfrm>
            <a:prstGeom prst="ellipse">
              <a:avLst/>
            </a:prstGeom>
            <a:solidFill>
              <a:srgbClr val="FFFFFF"/>
            </a:solidFill>
            <a:ln w="25400" cap="flat" cmpd="sng">
              <a:noFill/>
              <a:prstDash val="solid"/>
            </a:ln>
          </p:spPr>
          <p:txBody>
            <a:bodyPr anchor="ctr"/>
            <a:lstStyle/>
            <a:p>
              <a:pPr marL="0" lvl="0" indent="0" algn="ctr" defTabSz="914400">
                <a:lnSpc>
                  <a:spcPct val="97500"/>
                </a:lnSpc>
                <a:buClrTx/>
                <a:buSzTx/>
                <a:buFontTx/>
                <a:buNone/>
              </a:pPr>
              <a:endParaRPr lang="zh-CN" sz="1350" b="0" i="0" strike="noStrike" spc="0" baseline="0">
                <a:ln>
                  <a:noFill/>
                </a:ln>
                <a:solidFill>
                  <a:srgbClr val="FFFFFF"/>
                </a:solidFill>
                <a:latin typeface="默认字体"/>
                <a:ea typeface="默认字体"/>
              </a:endParaRPr>
            </a:p>
          </p:txBody>
        </p:sp>
        <p:sp>
          <p:nvSpPr>
            <p:cNvPr id="85" name="TextBox 121"/>
            <p:cNvSpPr txBox="1"/>
            <p:nvPr/>
          </p:nvSpPr>
          <p:spPr>
            <a:xfrm>
              <a:off x="3463304" y="2772878"/>
              <a:ext cx="884466" cy="235046"/>
            </a:xfrm>
            <a:prstGeom prst="rect">
              <a:avLst/>
            </a:prstGeom>
            <a:noFill/>
          </p:spPr>
          <p:txBody>
            <a:bodyPr wrap="square" lIns="0" tIns="0" rIns="0" bIns="0"/>
            <a:lstStyle/>
            <a:p>
              <a:pPr marL="0" lvl="0" indent="0" algn="ctr" defTabSz="914400">
                <a:lnSpc>
                  <a:spcPct val="97500"/>
                </a:lnSpc>
                <a:buClrTx/>
                <a:buSzTx/>
                <a:buFontTx/>
                <a:buNone/>
              </a:pPr>
              <a:r>
                <a:rPr lang="zh-CN" sz="1350" b="1">
                  <a:solidFill>
                    <a:srgbClr val="FFFFFF"/>
                  </a:solidFill>
                  <a:latin typeface="默认字体"/>
                  <a:ea typeface="默认字体"/>
                </a:rPr>
                <a:t>编辑文本</a:t>
              </a:r>
              <a:endParaRPr/>
            </a:p>
          </p:txBody>
        </p:sp>
        <p:sp>
          <p:nvSpPr>
            <p:cNvPr id="86" name="TextBox 122"/>
            <p:cNvSpPr txBox="1"/>
            <p:nvPr/>
          </p:nvSpPr>
          <p:spPr>
            <a:xfrm>
              <a:off x="4767847" y="2652307"/>
              <a:ext cx="997729" cy="476185"/>
            </a:xfrm>
            <a:prstGeom prst="rect">
              <a:avLst/>
            </a:prstGeom>
            <a:noFill/>
          </p:spPr>
          <p:txBody>
            <a:bodyPr wrap="square" lIns="0" tIns="0" rIns="0" bIns="0"/>
            <a:lstStyle/>
            <a:p>
              <a:pPr lvl="0" algn="ctr">
                <a:lnSpc>
                  <a:spcPct val="97500"/>
                </a:lnSpc>
              </a:pPr>
              <a:r>
                <a:rPr lang="en-US" altLang="zh-CN" sz="1350" b="1" dirty="0">
                  <a:ln/>
                  <a:solidFill>
                    <a:srgbClr val="FFFFFF">
                      <a:alpha val="100000"/>
                    </a:srgbClr>
                  </a:solidFill>
                  <a:latin typeface="默认字体"/>
                </a:rPr>
                <a:t>Transformer</a:t>
              </a:r>
              <a:r>
                <a:rPr lang="zh-CN" altLang="en-US" sz="1350" b="1" dirty="0">
                  <a:ln/>
                  <a:solidFill>
                    <a:srgbClr val="FFFFFF">
                      <a:alpha val="100000"/>
                    </a:srgbClr>
                  </a:solidFill>
                  <a:latin typeface="默认字体"/>
                </a:rPr>
                <a:t>模型</a:t>
              </a:r>
              <a:endParaRPr sz="1350" b="1" dirty="0">
                <a:ln/>
                <a:solidFill>
                  <a:srgbClr val="FFFFFF">
                    <a:alpha val="100000"/>
                  </a:srgbClr>
                </a:solidFill>
                <a:latin typeface="默认字体"/>
              </a:endParaRPr>
            </a:p>
          </p:txBody>
        </p:sp>
        <p:sp>
          <p:nvSpPr>
            <p:cNvPr id="87" name="TextBox 123"/>
            <p:cNvSpPr txBox="1"/>
            <p:nvPr/>
          </p:nvSpPr>
          <p:spPr>
            <a:xfrm>
              <a:off x="3537870" y="3962109"/>
              <a:ext cx="874729" cy="467255"/>
            </a:xfrm>
            <a:prstGeom prst="rect">
              <a:avLst/>
            </a:prstGeom>
            <a:noFill/>
          </p:spPr>
          <p:txBody>
            <a:bodyPr wrap="square" lIns="0" tIns="0" rIns="0" bIns="0"/>
            <a:lstStyle/>
            <a:p>
              <a:pPr lvl="0" algn="ctr">
                <a:lnSpc>
                  <a:spcPct val="97500"/>
                </a:lnSpc>
              </a:pPr>
              <a:r>
                <a:rPr lang="zh-CN" altLang="en-US" sz="1350" b="1" dirty="0">
                  <a:ln/>
                  <a:solidFill>
                    <a:schemeClr val="bg1">
                      <a:alpha val="100000"/>
                    </a:schemeClr>
                  </a:solidFill>
                  <a:latin typeface="默认字体"/>
                </a:rPr>
                <a:t>随机森林模型</a:t>
              </a:r>
              <a:endParaRPr sz="1350" b="1" dirty="0">
                <a:ln/>
                <a:solidFill>
                  <a:schemeClr val="bg1">
                    <a:alpha val="100000"/>
                  </a:schemeClr>
                </a:solidFill>
                <a:latin typeface="默认字体"/>
              </a:endParaRPr>
            </a:p>
          </p:txBody>
        </p:sp>
        <p:sp>
          <p:nvSpPr>
            <p:cNvPr id="88" name="TextBox 124"/>
            <p:cNvSpPr txBox="1"/>
            <p:nvPr/>
          </p:nvSpPr>
          <p:spPr>
            <a:xfrm>
              <a:off x="4870504" y="3962109"/>
              <a:ext cx="847791" cy="476214"/>
            </a:xfrm>
            <a:prstGeom prst="rect">
              <a:avLst/>
            </a:prstGeom>
            <a:noFill/>
          </p:spPr>
          <p:txBody>
            <a:bodyPr wrap="square" lIns="0" tIns="0" rIns="0" bIns="0"/>
            <a:lstStyle/>
            <a:p>
              <a:pPr marL="0" lvl="0" indent="0" algn="ctr" defTabSz="914400">
                <a:lnSpc>
                  <a:spcPct val="97500"/>
                </a:lnSpc>
                <a:buClrTx/>
                <a:buSzTx/>
                <a:buFontTx/>
                <a:buNone/>
              </a:pPr>
              <a:r>
                <a:rPr lang="zh-CN" sz="1350" b="1" dirty="0">
                  <a:solidFill>
                    <a:schemeClr val="tx1">
                      <a:alpha val="100000"/>
                    </a:schemeClr>
                  </a:solidFill>
                  <a:latin typeface="默认字体"/>
                  <a:ea typeface="默认字体"/>
                  <a:cs typeface="+mn-cs"/>
                  <a:sym typeface="Calibri"/>
                </a:rPr>
                <a:t>其他相关</a:t>
              </a:r>
              <a:r>
                <a:rPr lang="zh-CN" altLang="en-US" sz="1350" b="1" dirty="0">
                  <a:solidFill>
                    <a:schemeClr val="tx1">
                      <a:alpha val="100000"/>
                    </a:schemeClr>
                  </a:solidFill>
                  <a:latin typeface="默认字体"/>
                  <a:ea typeface="默认字体"/>
                </a:rPr>
                <a:t>模型</a:t>
              </a:r>
              <a:endParaRPr dirty="0"/>
            </a:p>
          </p:txBody>
        </p:sp>
        <p:sp>
          <p:nvSpPr>
            <p:cNvPr id="89" name="椭圆 125"/>
            <p:cNvSpPr/>
            <p:nvPr/>
          </p:nvSpPr>
          <p:spPr>
            <a:xfrm>
              <a:off x="4486830" y="3432539"/>
              <a:ext cx="215248" cy="215248"/>
            </a:xfrm>
            <a:prstGeom prst="ellipse">
              <a:avLst/>
            </a:prstGeom>
            <a:noFill/>
            <a:ln w="25400" cap="flat" cmpd="sng">
              <a:solidFill>
                <a:srgbClr val="ADDCCC"/>
              </a:solidFill>
              <a:prstDash val="solid"/>
            </a:ln>
          </p:spPr>
          <p:txBody>
            <a:bodyPr anchor="ctr"/>
            <a:lstStyle/>
            <a:p>
              <a:pPr marL="0" lvl="0" indent="0" algn="ctr" defTabSz="914400">
                <a:lnSpc>
                  <a:spcPct val="97500"/>
                </a:lnSpc>
                <a:buClrTx/>
                <a:buSzTx/>
                <a:buFontTx/>
                <a:buNone/>
              </a:pPr>
              <a:endParaRPr lang="zh-CN" sz="1350" b="0" i="0" strike="noStrike" spc="0" baseline="0">
                <a:ln>
                  <a:noFill/>
                </a:ln>
                <a:solidFill>
                  <a:srgbClr val="FFFFFF"/>
                </a:solidFill>
                <a:latin typeface="默认字体"/>
                <a:ea typeface="默认字体"/>
              </a:endParaRPr>
            </a:p>
          </p:txBody>
        </p:sp>
      </p:grpSp>
      <p:sp>
        <p:nvSpPr>
          <p:cNvPr id="90" name="文本框 89"/>
          <p:cNvSpPr txBox="1"/>
          <p:nvPr/>
        </p:nvSpPr>
        <p:spPr>
          <a:xfrm>
            <a:off x="867023" y="2247071"/>
            <a:ext cx="910496" cy="495300"/>
          </a:xfrm>
        </p:spPr>
        <p:txBody>
          <a:bodyPr>
            <a:spAutoFit/>
          </a:bodyPr>
          <a:lstStyle/>
          <a:p>
            <a:pPr lvl="0" algn="ctr">
              <a:lnSpc>
                <a:spcPct val="97500"/>
              </a:lnSpc>
            </a:pPr>
            <a:r>
              <a:rPr lang="zh-CN" altLang="en-US" sz="1350" b="1" dirty="0">
                <a:solidFill>
                  <a:schemeClr val="tx1">
                    <a:alpha val="100000"/>
                  </a:schemeClr>
                </a:solidFill>
                <a:latin typeface="默认字体"/>
              </a:rPr>
              <a:t>神经网络模型</a:t>
            </a:r>
            <a:endParaRPr sz="1350" b="1" dirty="0">
              <a:solidFill>
                <a:schemeClr val="tx1">
                  <a:alpha val="100000"/>
                </a:schemeClr>
              </a:solidFill>
              <a:latin typeface="默认字体"/>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7"/>
                                        </p:tgtEl>
                                        <p:attrNameLst>
                                          <p:attrName>style.visibility</p:attrName>
                                        </p:attrNameLst>
                                      </p:cBhvr>
                                      <p:to>
                                        <p:strVal val="visible"/>
                                      </p:to>
                                    </p:set>
                                    <p:animEffect transition="in" filter="fade">
                                      <p:cBhvr>
                                        <p:cTn id="7" dur="1000"/>
                                        <p:tgtEl>
                                          <p:spTgt spid="67"/>
                                        </p:tgtEl>
                                      </p:cBhvr>
                                    </p:animEffect>
                                  </p:childTnLst>
                                </p:cTn>
                              </p:par>
                            </p:childTnLst>
                          </p:cTn>
                        </p:par>
                      </p:childTnLst>
                    </p:cTn>
                  </p:par>
                </p:childTnLst>
              </p:cTn>
              <p:prevCondLst>
                <p:cond evt="onPrev" delay="0"/>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6" name="组合 7"/>
          <p:cNvGrpSpPr/>
          <p:nvPr/>
        </p:nvGrpSpPr>
        <p:grpSpPr>
          <a:xfrm>
            <a:off x="3449603" y="1117980"/>
            <a:ext cx="719142" cy="720728"/>
            <a:chOff x="-1" y="0"/>
            <a:chExt cx="719140" cy="720725"/>
          </a:xfrm>
        </p:grpSpPr>
        <p:sp>
          <p:nvSpPr>
            <p:cNvPr id="107" name="椭圆 8"/>
            <p:cNvSpPr/>
            <p:nvPr/>
          </p:nvSpPr>
          <p:spPr>
            <a:xfrm>
              <a:off x="-1" y="0"/>
              <a:ext cx="719140" cy="720725"/>
            </a:xfrm>
            <a:prstGeom prst="ellipse">
              <a:avLst/>
            </a:prstGeom>
            <a:solidFill>
              <a:srgbClr val="414455"/>
            </a:solidFill>
            <a:ln w="12700" cap="flat">
              <a:noFill/>
              <a:miter lim="400000"/>
            </a:ln>
            <a:effectLst/>
          </p:spPr>
          <p:txBody>
            <a:bodyPr wrap="square" lIns="45719" tIns="45719" rIns="45719" bIns="45719" numCol="1" anchor="ctr">
              <a:noAutofit/>
            </a:bodyPr>
            <a:lstStyle/>
            <a:p>
              <a:pPr algn="ctr">
                <a:defRPr sz="1400">
                  <a:solidFill>
                    <a:srgbClr val="FFFFFF"/>
                  </a:solidFill>
                  <a:latin typeface="微软雅黑"/>
                  <a:ea typeface="微软雅黑"/>
                  <a:cs typeface="微软雅黑"/>
                  <a:sym typeface="微软雅黑"/>
                </a:defRPr>
              </a:pPr>
              <a:endParaRPr/>
            </a:p>
          </p:txBody>
        </p:sp>
        <p:sp>
          <p:nvSpPr>
            <p:cNvPr id="108" name="TextBox 9"/>
            <p:cNvSpPr txBox="1"/>
            <p:nvPr/>
          </p:nvSpPr>
          <p:spPr>
            <a:xfrm>
              <a:off x="105569" y="93662"/>
              <a:ext cx="512317" cy="523216"/>
            </a:xfrm>
            <a:prstGeom prst="rect">
              <a:avLst/>
            </a:prstGeom>
            <a:noFill/>
            <a:ln w="12700" cap="flat">
              <a:noFill/>
              <a:miter lim="400000"/>
            </a:ln>
            <a:effectLst/>
            <a:extLst>
              <a:ext uri="{C572A759-6A51-4108-AA02-DFA0A04FC94B}"/>
            </a:extLst>
          </p:spPr>
          <p:txBody>
            <a:bodyPr wrap="none" lIns="45719" tIns="45719" rIns="45719" bIns="45719" numCol="1" anchor="t">
              <a:spAutoFit/>
            </a:bodyPr>
            <a:lstStyle>
              <a:lvl1pPr>
                <a:defRPr sz="2800">
                  <a:solidFill>
                    <a:srgbClr val="FFFFFF"/>
                  </a:solidFill>
                  <a:latin typeface="微软雅黑"/>
                  <a:ea typeface="微软雅黑"/>
                  <a:cs typeface="微软雅黑"/>
                  <a:sym typeface="微软雅黑"/>
                </a:defRPr>
              </a:lvl1pPr>
            </a:lstStyle>
            <a:p>
              <a:pPr>
                <a:buClrTx/>
                <a:buSzTx/>
                <a:buFontTx/>
                <a:buNone/>
              </a:pPr>
              <a:r>
                <a:rPr dirty="0"/>
                <a:t>0</a:t>
              </a:r>
              <a:r>
                <a:rPr lang="en-US" altLang="zh-CN" dirty="0"/>
                <a:t>2</a:t>
              </a:r>
              <a:endParaRPr dirty="0"/>
            </a:p>
          </p:txBody>
        </p:sp>
      </p:grpSp>
      <p:sp>
        <p:nvSpPr>
          <p:cNvPr id="109" name="文本框 108"/>
          <p:cNvSpPr txBox="1"/>
          <p:nvPr/>
        </p:nvSpPr>
        <p:spPr>
          <a:xfrm>
            <a:off x="4413991" y="2040644"/>
            <a:ext cx="3632200" cy="2012950"/>
          </a:xfrm>
        </p:spPr>
        <p:txBody>
          <a:bodyPr>
            <a:spAutoFit/>
          </a:bodyPr>
          <a:lstStyle/>
          <a:p>
            <a:pPr>
              <a:defRPr sz="1800" b="0" i="0" u="none" strike="noStrike" spc="0" baseline="0">
                <a:ln>
                  <a:noFill/>
                </a:ln>
                <a:solidFill>
                  <a:srgbClr val="000000">
                    <a:alpha val="100000"/>
                  </a:srgbClr>
                </a:solidFill>
                <a:effectLst/>
                <a:latin typeface="Calibri"/>
                <a:ea typeface="Calibri"/>
                <a:cs typeface="+mn-cs"/>
                <a:sym typeface="Calibri"/>
              </a:defRPr>
            </a:pPr>
            <a:r>
              <a:rPr lang="zh-CN" altLang="en-US" dirty="0">
                <a:solidFill>
                  <a:srgbClr val="000000">
                    <a:alpha val="100000"/>
                  </a:srgbClr>
                </a:solidFill>
                <a:latin typeface="宋体"/>
                <a:ea typeface="宋体"/>
              </a:rPr>
              <a:t>项目需要频繁从数据库中检索和调用不同实验的记录和数据，如何设计高效的查询机制是一个技术难点。特别是当数据量较大时，数据库查询速度可能成为瓶颈，需要针对数据结构进行优化。</a:t>
            </a:r>
          </a:p>
          <a:p>
            <a:pPr marL="0" lvl="0" indent="0" algn="l" defTabSz="914400">
              <a:lnSpc>
                <a:spcPct val="100000"/>
              </a:lnSpc>
              <a:spcBef>
                <a:spcPts val="0"/>
              </a:spcBef>
              <a:spcAft>
                <a:spcPts val="0"/>
              </a:spcAft>
              <a:buClrTx/>
              <a:buSzTx/>
              <a:buFontTx/>
              <a:buNone/>
              <a:defRPr sz="1800" b="0" i="0" u="none" strike="noStrike" spc="0" baseline="0">
                <a:ln>
                  <a:noFill/>
                </a:ln>
                <a:solidFill>
                  <a:srgbClr val="000000">
                    <a:alpha val="100000"/>
                  </a:srgbClr>
                </a:solidFill>
                <a:effectLst/>
                <a:latin typeface="Calibri"/>
                <a:ea typeface="Calibri"/>
                <a:cs typeface="+mn-cs"/>
                <a:sym typeface="Calibri"/>
              </a:defRPr>
            </a:pPr>
            <a:endParaRPr dirty="0"/>
          </a:p>
        </p:txBody>
      </p:sp>
      <p:sp>
        <p:nvSpPr>
          <p:cNvPr id="110" name="文本框 109"/>
          <p:cNvSpPr txBox="1"/>
          <p:nvPr/>
        </p:nvSpPr>
        <p:spPr>
          <a:xfrm>
            <a:off x="4326014" y="1217993"/>
            <a:ext cx="3867150" cy="520700"/>
          </a:xfrm>
        </p:spPr>
        <p:txBody>
          <a:bodyPr>
            <a:spAutoFit/>
          </a:bodyPr>
          <a:lstStyle/>
          <a:p>
            <a:r>
              <a:rPr lang="zh-CN" altLang="en-US" sz="2800" b="1" dirty="0">
                <a:solidFill>
                  <a:srgbClr val="000000">
                    <a:alpha val="100000"/>
                  </a:srgbClr>
                </a:solidFill>
                <a:latin typeface="宋体"/>
                <a:ea typeface="宋体"/>
              </a:rPr>
              <a:t>数据库查询与优化机制</a:t>
            </a:r>
          </a:p>
          <a:p>
            <a:pPr>
              <a:buClrTx/>
              <a:buSzTx/>
              <a:buFontTx/>
              <a:buNone/>
            </a:pPr>
            <a:endParaRPr dirty="0"/>
          </a:p>
        </p:txBody>
      </p:sp>
      <p:sp>
        <p:nvSpPr>
          <p:cNvPr id="112" name="矩形 50"/>
          <p:cNvSpPr/>
          <p:nvPr/>
        </p:nvSpPr>
        <p:spPr>
          <a:xfrm>
            <a:off x="8564563" y="258763"/>
            <a:ext cx="184151" cy="138113"/>
          </a:xfrm>
          <a:prstGeom prst="rect">
            <a:avLst/>
          </a:prstGeom>
          <a:solidFill>
            <a:srgbClr val="FFFFFF">
              <a:alpha val="80000"/>
            </a:srgbClr>
          </a:solidFill>
          <a:ln w="12700">
            <a:miter lim="400000"/>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113" name="矩形 51"/>
          <p:cNvSpPr/>
          <p:nvPr/>
        </p:nvSpPr>
        <p:spPr>
          <a:xfrm>
            <a:off x="8329613" y="258763"/>
            <a:ext cx="182563" cy="138113"/>
          </a:xfrm>
          <a:prstGeom prst="rect">
            <a:avLst/>
          </a:prstGeom>
          <a:solidFill>
            <a:srgbClr val="FFFFFF">
              <a:alpha val="80000"/>
            </a:srgbClr>
          </a:solidFill>
          <a:ln w="12700">
            <a:miter lim="400000"/>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114" name="矩形 52"/>
          <p:cNvSpPr/>
          <p:nvPr/>
        </p:nvSpPr>
        <p:spPr>
          <a:xfrm>
            <a:off x="8097838" y="258763"/>
            <a:ext cx="184151" cy="138113"/>
          </a:xfrm>
          <a:prstGeom prst="rect">
            <a:avLst/>
          </a:prstGeom>
          <a:ln w="6350">
            <a:solidFill>
              <a:srgbClr val="D9D9D9"/>
            </a:solidFill>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115" name="矩形 53"/>
          <p:cNvSpPr/>
          <p:nvPr/>
        </p:nvSpPr>
        <p:spPr>
          <a:xfrm>
            <a:off x="7861300" y="258763"/>
            <a:ext cx="184150" cy="138113"/>
          </a:xfrm>
          <a:prstGeom prst="rect">
            <a:avLst/>
          </a:prstGeom>
          <a:solidFill>
            <a:srgbClr val="FFFFFF">
              <a:alpha val="80000"/>
            </a:srgbClr>
          </a:solidFill>
          <a:ln w="12700">
            <a:miter lim="400000"/>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116" name="矩形 54"/>
          <p:cNvSpPr/>
          <p:nvPr/>
        </p:nvSpPr>
        <p:spPr>
          <a:xfrm>
            <a:off x="7626350" y="258763"/>
            <a:ext cx="184150" cy="138113"/>
          </a:xfrm>
          <a:prstGeom prst="rect">
            <a:avLst/>
          </a:prstGeom>
          <a:solidFill>
            <a:srgbClr val="FFFFFF">
              <a:alpha val="80000"/>
            </a:srgbClr>
          </a:solidFill>
          <a:ln w="12700">
            <a:miter lim="400000"/>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117" name="矩形 55"/>
          <p:cNvSpPr/>
          <p:nvPr/>
        </p:nvSpPr>
        <p:spPr>
          <a:xfrm>
            <a:off x="7383463" y="258763"/>
            <a:ext cx="184151" cy="138113"/>
          </a:xfrm>
          <a:prstGeom prst="rect">
            <a:avLst/>
          </a:prstGeom>
          <a:solidFill>
            <a:srgbClr val="D9D9D9"/>
          </a:solidFill>
          <a:ln w="12700">
            <a:miter lim="400000"/>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118" name="菱形 117"/>
          <p:cNvSpPr/>
          <p:nvPr/>
        </p:nvSpPr>
        <p:spPr>
          <a:xfrm>
            <a:off x="2439650" y="3378430"/>
            <a:ext cx="1369524" cy="1346180"/>
          </a:xfrm>
          <a:prstGeom prst="diamond">
            <a:avLst/>
          </a:prstGeom>
          <a:solidFill>
            <a:schemeClr val="accent1">
              <a:lumMod val="40000"/>
              <a:lumOff val="60000"/>
              <a:alpha val="100000"/>
            </a:schemeClr>
          </a:solidFill>
          <a:ln w="12700">
            <a:solidFill>
              <a:schemeClr val="bg1">
                <a:alpha val="100000"/>
              </a:schemeClr>
            </a:solidFill>
            <a:prstDash val="solid"/>
            <a:miter lim="800000"/>
          </a:ln>
        </p:spPr>
        <p:txBody>
          <a:bodyPr anchor="ctr"/>
          <a:lstStyle/>
          <a:p>
            <a:pPr algn="ctr"/>
            <a:endParaRPr/>
          </a:p>
        </p:txBody>
      </p:sp>
      <p:sp>
        <p:nvSpPr>
          <p:cNvPr id="119" name="菱形 118"/>
          <p:cNvSpPr/>
          <p:nvPr/>
        </p:nvSpPr>
        <p:spPr>
          <a:xfrm>
            <a:off x="2439650" y="3524370"/>
            <a:ext cx="1369524" cy="1346180"/>
          </a:xfrm>
          <a:prstGeom prst="diamond">
            <a:avLst/>
          </a:prstGeom>
          <a:solidFill>
            <a:schemeClr val="accent1">
              <a:lumMod val="40000"/>
              <a:lumOff val="60000"/>
              <a:alpha val="100000"/>
            </a:schemeClr>
          </a:solidFill>
          <a:ln w="12700">
            <a:solidFill>
              <a:schemeClr val="bg1">
                <a:alpha val="100000"/>
              </a:schemeClr>
            </a:solidFill>
            <a:prstDash val="solid"/>
            <a:miter lim="800000"/>
          </a:ln>
        </p:spPr>
        <p:txBody>
          <a:bodyPr anchor="ctr"/>
          <a:lstStyle/>
          <a:p>
            <a:pPr algn="ctr">
              <a:buClrTx/>
              <a:buSzTx/>
              <a:buFontTx/>
              <a:buNone/>
            </a:pPr>
            <a:r>
              <a:rPr lang="zh-CN" altLang="en-US" dirty="0"/>
              <a:t>数据库</a:t>
            </a:r>
            <a:endParaRPr dirty="0"/>
          </a:p>
        </p:txBody>
      </p:sp>
      <p:sp>
        <p:nvSpPr>
          <p:cNvPr id="120" name="菱形 119"/>
          <p:cNvSpPr/>
          <p:nvPr/>
        </p:nvSpPr>
        <p:spPr>
          <a:xfrm>
            <a:off x="205232" y="1633700"/>
            <a:ext cx="1369524" cy="1346180"/>
          </a:xfrm>
          <a:prstGeom prst="diamond">
            <a:avLst/>
          </a:prstGeom>
          <a:solidFill>
            <a:schemeClr val="accent1">
              <a:lumMod val="40000"/>
              <a:lumOff val="60000"/>
              <a:alpha val="100000"/>
            </a:schemeClr>
          </a:solidFill>
          <a:ln w="12700">
            <a:solidFill>
              <a:schemeClr val="bg1">
                <a:alpha val="100000"/>
              </a:schemeClr>
            </a:solidFill>
            <a:prstDash val="solid"/>
            <a:miter lim="800000"/>
          </a:ln>
        </p:spPr>
        <p:txBody>
          <a:bodyPr anchor="ctr"/>
          <a:lstStyle/>
          <a:p>
            <a:pPr algn="ctr"/>
            <a:endParaRPr/>
          </a:p>
        </p:txBody>
      </p:sp>
      <p:sp>
        <p:nvSpPr>
          <p:cNvPr id="121" name="菱形 120"/>
          <p:cNvSpPr/>
          <p:nvPr/>
        </p:nvSpPr>
        <p:spPr>
          <a:xfrm>
            <a:off x="205232" y="1794036"/>
            <a:ext cx="1369524" cy="1346180"/>
          </a:xfrm>
          <a:prstGeom prst="diamond">
            <a:avLst/>
          </a:prstGeom>
          <a:solidFill>
            <a:schemeClr val="accent1">
              <a:lumMod val="40000"/>
              <a:lumOff val="60000"/>
              <a:alpha val="100000"/>
            </a:schemeClr>
          </a:solidFill>
          <a:ln w="12700">
            <a:solidFill>
              <a:schemeClr val="bg1">
                <a:alpha val="100000"/>
              </a:schemeClr>
            </a:solidFill>
            <a:prstDash val="solid"/>
            <a:miter lim="800000"/>
          </a:ln>
        </p:spPr>
        <p:txBody>
          <a:bodyPr anchor="ctr"/>
          <a:lstStyle/>
          <a:p>
            <a:pPr algn="ctr">
              <a:buClrTx/>
              <a:buSzTx/>
              <a:buFontTx/>
              <a:buNone/>
            </a:pPr>
            <a:r>
              <a:rPr lang="zh-CN" altLang="en-US" dirty="0"/>
              <a:t>用户</a:t>
            </a:r>
            <a:endParaRPr dirty="0"/>
          </a:p>
        </p:txBody>
      </p:sp>
      <p:cxnSp>
        <p:nvCxnSpPr>
          <p:cNvPr id="122" name="连接符: 曲线 121"/>
          <p:cNvCxnSpPr/>
          <p:nvPr/>
        </p:nvCxnSpPr>
        <p:spPr>
          <a:xfrm>
            <a:off x="667423" y="3140216"/>
            <a:ext cx="1743030" cy="1346179"/>
          </a:xfrm>
          <a:prstGeom prst="curvedConnector3">
            <a:avLst>
              <a:gd name="adj1" fmla="val -5804"/>
            </a:avLst>
          </a:prstGeom>
          <a:ln w="25400">
            <a:solidFill>
              <a:srgbClr val="000000">
                <a:alpha val="100000"/>
              </a:srgbClr>
            </a:solidFill>
            <a:prstDash val="solid"/>
            <a:headEnd/>
            <a:tailEnd type="triangle"/>
          </a:ln>
        </p:spPr>
      </p:cxnSp>
      <p:cxnSp>
        <p:nvCxnSpPr>
          <p:cNvPr id="123" name="连接符: 曲线 122"/>
          <p:cNvCxnSpPr/>
          <p:nvPr/>
        </p:nvCxnSpPr>
        <p:spPr>
          <a:xfrm>
            <a:off x="1716753" y="1799806"/>
            <a:ext cx="1724564" cy="1724564"/>
          </a:xfrm>
          <a:prstGeom prst="curvedConnector3">
            <a:avLst>
              <a:gd name="adj1" fmla="val 108205"/>
            </a:avLst>
          </a:prstGeom>
          <a:ln w="25400">
            <a:solidFill>
              <a:srgbClr val="000000">
                <a:alpha val="100000"/>
              </a:srgbClr>
            </a:solidFill>
            <a:prstDash val="solid"/>
            <a:headEnd/>
            <a:tailEnd type="triangle"/>
          </a:ln>
        </p:spPr>
      </p:cxnSp>
      <p:sp>
        <p:nvSpPr>
          <p:cNvPr id="124" name="文本框 123"/>
          <p:cNvSpPr txBox="1"/>
          <p:nvPr/>
        </p:nvSpPr>
        <p:spPr>
          <a:xfrm>
            <a:off x="839707" y="3792119"/>
            <a:ext cx="1651313" cy="369332"/>
          </a:xfrm>
          <a:prstGeom prst="rect">
            <a:avLst/>
          </a:prstGeom>
          <a:ln w="6350">
            <a:prstDash val="solid"/>
          </a:ln>
        </p:spPr>
        <p:txBody>
          <a:bodyPr wrap="square">
            <a:spAutoFit/>
          </a:bodyPr>
          <a:lstStyle/>
          <a:p>
            <a:pPr>
              <a:buClrTx/>
              <a:buSzTx/>
              <a:buFontTx/>
              <a:buNone/>
            </a:pPr>
            <a:r>
              <a:rPr lang="zh-CN" altLang="en-US" dirty="0"/>
              <a:t>频繁调用数据</a:t>
            </a:r>
            <a:endParaRPr dirty="0"/>
          </a:p>
        </p:txBody>
      </p:sp>
      <p:sp>
        <p:nvSpPr>
          <p:cNvPr id="125" name="文本框 124"/>
          <p:cNvSpPr txBox="1"/>
          <p:nvPr/>
        </p:nvSpPr>
        <p:spPr>
          <a:xfrm>
            <a:off x="2073109" y="2086639"/>
            <a:ext cx="1271129" cy="646331"/>
          </a:xfrm>
          <a:prstGeom prst="rect">
            <a:avLst/>
          </a:prstGeom>
          <a:ln w="6350">
            <a:prstDash val="solid"/>
          </a:ln>
        </p:spPr>
        <p:txBody>
          <a:bodyPr wrap="square">
            <a:spAutoFit/>
          </a:bodyPr>
          <a:lstStyle/>
          <a:p>
            <a:pPr>
              <a:buClrTx/>
              <a:buSzTx/>
              <a:buFontTx/>
              <a:buNone/>
            </a:pPr>
            <a:r>
              <a:rPr lang="zh-CN" altLang="en-US" dirty="0"/>
              <a:t>频繁查询记录</a:t>
            </a:r>
            <a:endParaRPr dirty="0"/>
          </a:p>
        </p:txBody>
      </p:sp>
      <p:sp>
        <p:nvSpPr>
          <p:cNvPr id="22" name="矩形 36">
            <a:extLst>
              <a:ext uri="{FF2B5EF4-FFF2-40B4-BE49-F238E27FC236}">
                <a16:creationId xmlns:a16="http://schemas.microsoft.com/office/drawing/2014/main" id="{218B46FA-A737-4AB0-ADFF-BDD084E4113E}"/>
              </a:ext>
            </a:extLst>
          </p:cNvPr>
          <p:cNvSpPr txBox="1"/>
          <p:nvPr/>
        </p:nvSpPr>
        <p:spPr>
          <a:xfrm>
            <a:off x="6477000" y="176212"/>
            <a:ext cx="810476" cy="307777"/>
          </a:xfrm>
          <a:prstGeom prst="rect">
            <a:avLst/>
          </a:prstGeom>
          <a:ln w="12700">
            <a:miter lim="400000"/>
          </a:ln>
          <a:extLst>
            <a:ext uri="{C572A759-6A51-4108-AA02-DFA0A04FC94B}"/>
          </a:extLst>
        </p:spPr>
        <p:txBody>
          <a:bodyPr wrap="none" lIns="45719" rIns="45719">
            <a:spAutoFit/>
          </a:bodyPr>
          <a:lstStyle>
            <a:lvl1pPr>
              <a:defRPr sz="1400">
                <a:solidFill>
                  <a:srgbClr val="FFFFFF"/>
                </a:solidFill>
                <a:latin typeface="微软雅黑"/>
                <a:ea typeface="微软雅黑"/>
                <a:cs typeface="微软雅黑"/>
                <a:sym typeface="微软雅黑"/>
              </a:defRPr>
            </a:lvl1pPr>
          </a:lstStyle>
          <a:p>
            <a:pPr>
              <a:buClrTx/>
              <a:buSzTx/>
              <a:buFontTx/>
              <a:buNone/>
            </a:pPr>
            <a:r>
              <a:rPr lang="zh-CN" altLang="en-US" dirty="0"/>
              <a:t>项目难点</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6"/>
                                        </p:tgtEl>
                                        <p:attrNameLst>
                                          <p:attrName>style.visibility</p:attrName>
                                        </p:attrNameLst>
                                      </p:cBhvr>
                                      <p:to>
                                        <p:strVal val="visible"/>
                                      </p:to>
                                    </p:set>
                                    <p:animEffect transition="in" filter="fade">
                                      <p:cBhvr>
                                        <p:cTn id="7" dur="1000"/>
                                        <p:tgtEl>
                                          <p:spTgt spid="106"/>
                                        </p:tgtEl>
                                      </p:cBhvr>
                                    </p:animEffect>
                                  </p:childTnLst>
                                </p:cTn>
                              </p:par>
                            </p:childTnLst>
                          </p:cTn>
                        </p:par>
                      </p:childTnLst>
                    </p:cTn>
                  </p:par>
                </p:childTnLst>
              </p:cTn>
              <p:prevCondLst>
                <p:cond evt="onPrev" delay="0"/>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 name="矩形 1"/>
          <p:cNvSpPr/>
          <p:nvPr/>
        </p:nvSpPr>
        <p:spPr>
          <a:xfrm>
            <a:off x="0" y="1350962"/>
            <a:ext cx="3228975" cy="1187451"/>
          </a:xfrm>
          <a:prstGeom prst="rect">
            <a:avLst/>
          </a:prstGeom>
          <a:solidFill>
            <a:srgbClr val="414455"/>
          </a:solidFill>
          <a:ln w="12700">
            <a:miter lim="400000"/>
          </a:ln>
        </p:spPr>
        <p:txBody>
          <a:bodyPr lIns="45719" rIns="45719" anchor="ctr"/>
          <a:lstStyle/>
          <a:p>
            <a:pPr algn="ctr">
              <a:defRPr>
                <a:solidFill>
                  <a:srgbClr val="FFFFFF"/>
                </a:solidFill>
              </a:defRPr>
            </a:pPr>
            <a:endParaRPr/>
          </a:p>
        </p:txBody>
      </p:sp>
      <p:sp>
        <p:nvSpPr>
          <p:cNvPr id="193" name="文本框 2"/>
          <p:cNvSpPr txBox="1"/>
          <p:nvPr/>
        </p:nvSpPr>
        <p:spPr>
          <a:xfrm>
            <a:off x="1352549" y="1663700"/>
            <a:ext cx="1587500" cy="520700"/>
          </a:xfrm>
          <a:prstGeom prst="rect">
            <a:avLst/>
          </a:prstGeom>
          <a:ln w="12700">
            <a:miter lim="400000"/>
          </a:ln>
          <a:extLst>
            <a:ext uri="{C572A759-6A51-4108-AA02-DFA0A04FC94B}"/>
          </a:extLst>
        </p:spPr>
        <p:txBody>
          <a:bodyPr wrap="none" lIns="34290" tIns="34290" rIns="34290" bIns="34290">
            <a:spAutoFit/>
          </a:bodyPr>
          <a:lstStyle>
            <a:lvl1pPr>
              <a:defRPr sz="3000" b="1">
                <a:solidFill>
                  <a:srgbClr val="FFFFFF"/>
                </a:solidFill>
                <a:latin typeface="微软雅黑"/>
                <a:ea typeface="微软雅黑"/>
                <a:cs typeface="微软雅黑"/>
                <a:sym typeface="微软雅黑"/>
              </a:defRPr>
            </a:lvl1pPr>
          </a:lstStyle>
          <a:p>
            <a:pPr>
              <a:buClrTx/>
              <a:buSzTx/>
              <a:buFontTx/>
              <a:buNone/>
            </a:pPr>
            <a:r>
              <a:t>第</a:t>
            </a:r>
            <a:r>
              <a:rPr lang="zh-CN"/>
              <a:t>六</a:t>
            </a:r>
            <a:r>
              <a:t>部分</a:t>
            </a:r>
          </a:p>
        </p:txBody>
      </p:sp>
      <p:sp>
        <p:nvSpPr>
          <p:cNvPr id="194" name="文本框 8"/>
          <p:cNvSpPr txBox="1"/>
          <p:nvPr/>
        </p:nvSpPr>
        <p:spPr>
          <a:xfrm>
            <a:off x="4124098" y="1538287"/>
            <a:ext cx="2121093" cy="684803"/>
          </a:xfrm>
          <a:prstGeom prst="rect">
            <a:avLst/>
          </a:prstGeom>
          <a:noFill/>
          <a:ln w="12700" cap="flat">
            <a:noFill/>
            <a:miter lim="400000"/>
          </a:ln>
          <a:effectLst/>
          <a:extLst>
            <a:ext uri="{C572A759-6A51-4108-AA02-DFA0A04FC94B}"/>
          </a:extLst>
        </p:spPr>
        <p:txBody>
          <a:bodyPr wrap="none" lIns="34290" tIns="34290" rIns="34290" bIns="34290" numCol="1" anchor="t">
            <a:spAutoFit/>
          </a:bodyPr>
          <a:lstStyle>
            <a:lvl1pPr>
              <a:defRPr sz="2400" b="1">
                <a:solidFill>
                  <a:srgbClr val="404040"/>
                </a:solidFill>
                <a:latin typeface="微软雅黑"/>
                <a:ea typeface="微软雅黑"/>
                <a:cs typeface="微软雅黑"/>
                <a:sym typeface="微软雅黑"/>
              </a:defRPr>
            </a:lvl1pPr>
          </a:lstStyle>
          <a:p>
            <a:pPr>
              <a:buClrTx/>
              <a:buSzTx/>
              <a:buFontTx/>
              <a:buNone/>
            </a:pPr>
            <a:r>
              <a:rPr lang="zh-CN" altLang="en-US" sz="4000" dirty="0"/>
              <a:t>小组部分</a:t>
            </a:r>
            <a:endParaRPr dirty="0"/>
          </a:p>
        </p:txBody>
      </p:sp>
      <p:sp>
        <p:nvSpPr>
          <p:cNvPr id="195" name="矩形 9"/>
          <p:cNvSpPr/>
          <p:nvPr/>
        </p:nvSpPr>
        <p:spPr>
          <a:xfrm>
            <a:off x="3825875" y="2932113"/>
            <a:ext cx="5319713" cy="200026"/>
          </a:xfrm>
          <a:prstGeom prst="rect">
            <a:avLst/>
          </a:prstGeom>
          <a:solidFill>
            <a:srgbClr val="414455"/>
          </a:solidFill>
          <a:ln w="12700">
            <a:miter lim="400000"/>
          </a:ln>
        </p:spPr>
        <p:txBody>
          <a:bodyPr lIns="45719" rIns="45719" anchor="ctr"/>
          <a:lstStyle/>
          <a:p>
            <a:pPr algn="ctr">
              <a:defRPr>
                <a:solidFill>
                  <a:srgbClr val="FFFFFF"/>
                </a:solidFill>
              </a:defRPr>
            </a:pPr>
            <a:endParaRPr/>
          </a:p>
        </p:txBody>
      </p:sp>
      <p:sp>
        <p:nvSpPr>
          <p:cNvPr id="196" name="矩形 10"/>
          <p:cNvSpPr/>
          <p:nvPr/>
        </p:nvSpPr>
        <p:spPr>
          <a:xfrm>
            <a:off x="3301999" y="1350962"/>
            <a:ext cx="306390" cy="1187451"/>
          </a:xfrm>
          <a:prstGeom prst="rect">
            <a:avLst/>
          </a:prstGeom>
          <a:solidFill>
            <a:srgbClr val="414455"/>
          </a:solidFill>
          <a:ln w="12700">
            <a:miter lim="400000"/>
          </a:ln>
        </p:spPr>
        <p:txBody>
          <a:bodyPr lIns="45719" rIns="45719" anchor="ctr"/>
          <a:lstStyle/>
          <a:p>
            <a:pPr algn="ctr">
              <a:defRPr>
                <a:solidFill>
                  <a:srgbClr val="FFFFFF"/>
                </a:solidFill>
              </a:defRPr>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Tn>
                        </p:par>
                        <p:par>
                          <p:cTn id="5" fill="hold">
                            <p:stCondLst>
                              <p:cond delay="0"/>
                            </p:stCondLst>
                            <p:childTnLst>
                              <p:par>
                                <p:cTn id="6" presetID="10" presetClass="entr" presetSubtype="0" fill="hold" nodeType="afterEffect">
                                  <p:stCondLst>
                                    <p:cond delay="0"/>
                                  </p:stCondLst>
                                  <p:childTnLst>
                                    <p:set>
                                      <p:cBhvr>
                                        <p:cTn id="7" dur="1" fill="hold">
                                          <p:stCondLst>
                                            <p:cond delay="0"/>
                                          </p:stCondLst>
                                        </p:cTn>
                                        <p:tgtEl>
                                          <p:spTgt spid="192"/>
                                        </p:tgtEl>
                                        <p:attrNameLst>
                                          <p:attrName>style.visibility</p:attrName>
                                        </p:attrNameLst>
                                      </p:cBhvr>
                                      <p:to>
                                        <p:strVal val="visible"/>
                                      </p:to>
                                    </p:set>
                                    <p:animEffect transition="in" filter="fade">
                                      <p:cBhvr>
                                        <p:cTn id="8" dur="1000"/>
                                        <p:tgtEl>
                                          <p:spTgt spid="192"/>
                                        </p:tgtEl>
                                      </p:cBhvr>
                                    </p:animEffect>
                                  </p:childTnLst>
                                </p:cTn>
                              </p:par>
                            </p:childTnLst>
                          </p:cTn>
                        </p:par>
                        <p:par>
                          <p:cTn id="9" fill="hold">
                            <p:stCondLst>
                              <p:cond delay="0"/>
                            </p:stCondLst>
                            <p:childTnLst>
                              <p:par>
                                <p:cTn id="10" presetID="2" presetClass="entr" presetSubtype="1" fill="hold" nodeType="afterEffect">
                                  <p:stCondLst>
                                    <p:cond delay="300"/>
                                  </p:stCondLst>
                                  <p:iterate>
                                    <p:tmAbs val="0"/>
                                  </p:iterate>
                                  <p:childTnLst>
                                    <p:set>
                                      <p:cBhvr>
                                        <p:cTn id="11" fill="hold"/>
                                        <p:tgtEl>
                                          <p:spTgt spid="196"/>
                                        </p:tgtEl>
                                        <p:attrNameLst>
                                          <p:attrName>style.visibility</p:attrName>
                                        </p:attrNameLst>
                                      </p:cBhvr>
                                      <p:to>
                                        <p:strVal val="visible"/>
                                      </p:to>
                                    </p:set>
                                    <p:anim calcmode="lin" valueType="num">
                                      <p:cBhvr>
                                        <p:cTn id="12" dur="400" fill="hold"/>
                                        <p:tgtEl>
                                          <p:spTgt spid="196"/>
                                        </p:tgtEl>
                                        <p:attrNameLst>
                                          <p:attrName>ppt_x</p:attrName>
                                        </p:attrNameLst>
                                      </p:cBhvr>
                                      <p:tavLst>
                                        <p:tav tm="0">
                                          <p:val>
                                            <p:strVal val="#ppt_x"/>
                                          </p:val>
                                        </p:tav>
                                        <p:tav tm="100000">
                                          <p:val>
                                            <p:strVal val="#ppt_x"/>
                                          </p:val>
                                        </p:tav>
                                      </p:tavLst>
                                    </p:anim>
                                    <p:anim calcmode="lin" valueType="num">
                                      <p:cBhvr>
                                        <p:cTn id="13" dur="400" fill="hold"/>
                                        <p:tgtEl>
                                          <p:spTgt spid="196"/>
                                        </p:tgtEl>
                                        <p:attrNameLst>
                                          <p:attrName>ppt_y</p:attrName>
                                        </p:attrNameLst>
                                      </p:cBhvr>
                                      <p:tavLst>
                                        <p:tav tm="0">
                                          <p:val>
                                            <p:strVal val="0-#ppt_h/2"/>
                                          </p:val>
                                        </p:tav>
                                        <p:tav tm="100000">
                                          <p:val>
                                            <p:strVal val="#ppt_y"/>
                                          </p:val>
                                        </p:tav>
                                      </p:tavLst>
                                    </p:anim>
                                  </p:childTnLst>
                                </p:cTn>
                              </p:par>
                            </p:childTnLst>
                          </p:cTn>
                        </p:par>
                        <p:par>
                          <p:cTn id="14" fill="hold">
                            <p:stCondLst>
                              <p:cond delay="0"/>
                            </p:stCondLst>
                            <p:childTnLst>
                              <p:par>
                                <p:cTn id="15" presetID="10" presetClass="entr" presetSubtype="0" fill="hold" nodeType="afterEffect">
                                  <p:stCondLst>
                                    <p:cond delay="0"/>
                                  </p:stCondLst>
                                  <p:childTnLst>
                                    <p:set>
                                      <p:cBhvr>
                                        <p:cTn id="16" dur="1" fill="hold">
                                          <p:stCondLst>
                                            <p:cond delay="0"/>
                                          </p:stCondLst>
                                        </p:cTn>
                                        <p:tgtEl>
                                          <p:spTgt spid="195"/>
                                        </p:tgtEl>
                                        <p:attrNameLst>
                                          <p:attrName>style.visibility</p:attrName>
                                        </p:attrNameLst>
                                      </p:cBhvr>
                                      <p:to>
                                        <p:strVal val="visible"/>
                                      </p:to>
                                    </p:set>
                                    <p:animEffect transition="in" filter="fade">
                                      <p:cBhvr>
                                        <p:cTn id="17" dur="1000"/>
                                        <p:tgtEl>
                                          <p:spTgt spid="195"/>
                                        </p:tgtEl>
                                      </p:cBhvr>
                                    </p:animEffect>
                                  </p:childTnLst>
                                </p:cTn>
                              </p:par>
                            </p:childTnLst>
                          </p:cTn>
                        </p:par>
                      </p:childTnLst>
                    </p:cTn>
                  </p:par>
                </p:childTnLst>
              </p:cTn>
              <p:prevCondLst>
                <p:cond evt="onPrev" delay="0"/>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32">
            <a:extLst>
              <a:ext uri="{FF2B5EF4-FFF2-40B4-BE49-F238E27FC236}">
                <a16:creationId xmlns:a16="http://schemas.microsoft.com/office/drawing/2014/main" id="{A2C841EA-46FE-6EC3-E33C-28FA5ED4F6BA}"/>
              </a:ext>
            </a:extLst>
          </p:cNvPr>
          <p:cNvSpPr txBox="1"/>
          <p:nvPr/>
        </p:nvSpPr>
        <p:spPr>
          <a:xfrm>
            <a:off x="6477000" y="176212"/>
            <a:ext cx="810476" cy="3077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1400">
                <a:solidFill>
                  <a:srgbClr val="FFFFFF"/>
                </a:solidFill>
                <a:latin typeface="微软雅黑"/>
                <a:ea typeface="微软雅黑"/>
                <a:cs typeface="微软雅黑"/>
                <a:sym typeface="微软雅黑"/>
              </a:defRPr>
            </a:lvl1pPr>
          </a:lstStyle>
          <a:p>
            <a:r>
              <a:rPr lang="zh-CN" altLang="en-US" dirty="0"/>
              <a:t>小组部分</a:t>
            </a:r>
            <a:endParaRPr lang="en-US" altLang="zh-CN" dirty="0"/>
          </a:p>
        </p:txBody>
      </p:sp>
      <p:sp>
        <p:nvSpPr>
          <p:cNvPr id="3" name="矩形 33">
            <a:extLst>
              <a:ext uri="{FF2B5EF4-FFF2-40B4-BE49-F238E27FC236}">
                <a16:creationId xmlns:a16="http://schemas.microsoft.com/office/drawing/2014/main" id="{A62A1E95-F1D0-8C96-19E7-085B60A54068}"/>
              </a:ext>
            </a:extLst>
          </p:cNvPr>
          <p:cNvSpPr/>
          <p:nvPr/>
        </p:nvSpPr>
        <p:spPr>
          <a:xfrm>
            <a:off x="7854952" y="258763"/>
            <a:ext cx="184151" cy="138113"/>
          </a:xfrm>
          <a:prstGeom prst="rect">
            <a:avLst/>
          </a:prstGeom>
          <a:solidFill>
            <a:srgbClr val="FFFFFF">
              <a:alpha val="80000"/>
            </a:srgbClr>
          </a:solidFill>
          <a:ln w="12700">
            <a:miter lim="400000"/>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4" name="矩形 34">
            <a:extLst>
              <a:ext uri="{FF2B5EF4-FFF2-40B4-BE49-F238E27FC236}">
                <a16:creationId xmlns:a16="http://schemas.microsoft.com/office/drawing/2014/main" id="{D051ACD2-19CD-9D3E-E46C-731B8566E990}"/>
              </a:ext>
            </a:extLst>
          </p:cNvPr>
          <p:cNvSpPr/>
          <p:nvPr/>
        </p:nvSpPr>
        <p:spPr>
          <a:xfrm>
            <a:off x="8329613" y="258763"/>
            <a:ext cx="182563" cy="138113"/>
          </a:xfrm>
          <a:prstGeom prst="rect">
            <a:avLst/>
          </a:prstGeom>
          <a:solidFill>
            <a:srgbClr val="FFFFFF">
              <a:alpha val="80000"/>
            </a:srgbClr>
          </a:solidFill>
          <a:ln w="12700">
            <a:miter lim="400000"/>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5" name="矩形 35">
            <a:extLst>
              <a:ext uri="{FF2B5EF4-FFF2-40B4-BE49-F238E27FC236}">
                <a16:creationId xmlns:a16="http://schemas.microsoft.com/office/drawing/2014/main" id="{3778E963-3BC7-D5FA-C7D6-54429D8A617F}"/>
              </a:ext>
            </a:extLst>
          </p:cNvPr>
          <p:cNvSpPr/>
          <p:nvPr/>
        </p:nvSpPr>
        <p:spPr>
          <a:xfrm>
            <a:off x="8097838" y="258763"/>
            <a:ext cx="184151" cy="138113"/>
          </a:xfrm>
          <a:prstGeom prst="rect">
            <a:avLst/>
          </a:prstGeom>
          <a:solidFill>
            <a:srgbClr val="FFFFFF">
              <a:alpha val="80000"/>
            </a:srgbClr>
          </a:solidFill>
          <a:ln w="12700">
            <a:miter lim="400000"/>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6" name="矩形 36">
            <a:extLst>
              <a:ext uri="{FF2B5EF4-FFF2-40B4-BE49-F238E27FC236}">
                <a16:creationId xmlns:a16="http://schemas.microsoft.com/office/drawing/2014/main" id="{E55D9A44-65C4-9957-E0B6-250DAAFD1AEB}"/>
              </a:ext>
            </a:extLst>
          </p:cNvPr>
          <p:cNvSpPr/>
          <p:nvPr/>
        </p:nvSpPr>
        <p:spPr>
          <a:xfrm>
            <a:off x="8559800" y="258763"/>
            <a:ext cx="184150" cy="138113"/>
          </a:xfrm>
          <a:prstGeom prst="rect">
            <a:avLst/>
          </a:prstGeom>
          <a:ln w="6350">
            <a:solidFill>
              <a:srgbClr val="D9D9D9"/>
            </a:solidFill>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7" name="矩形 37">
            <a:extLst>
              <a:ext uri="{FF2B5EF4-FFF2-40B4-BE49-F238E27FC236}">
                <a16:creationId xmlns:a16="http://schemas.microsoft.com/office/drawing/2014/main" id="{636C5E0C-9069-E287-4276-E2C6EE6E1CAE}"/>
              </a:ext>
            </a:extLst>
          </p:cNvPr>
          <p:cNvSpPr/>
          <p:nvPr/>
        </p:nvSpPr>
        <p:spPr>
          <a:xfrm>
            <a:off x="7626350" y="258763"/>
            <a:ext cx="184150" cy="138113"/>
          </a:xfrm>
          <a:prstGeom prst="rect">
            <a:avLst/>
          </a:prstGeom>
          <a:solidFill>
            <a:srgbClr val="FFFFFF">
              <a:alpha val="80000"/>
            </a:srgbClr>
          </a:solidFill>
          <a:ln w="12700">
            <a:miter lim="400000"/>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8" name="矩形 38">
            <a:extLst>
              <a:ext uri="{FF2B5EF4-FFF2-40B4-BE49-F238E27FC236}">
                <a16:creationId xmlns:a16="http://schemas.microsoft.com/office/drawing/2014/main" id="{93B4A4BB-133E-6C40-C20C-C5680F150642}"/>
              </a:ext>
            </a:extLst>
          </p:cNvPr>
          <p:cNvSpPr/>
          <p:nvPr/>
        </p:nvSpPr>
        <p:spPr>
          <a:xfrm>
            <a:off x="7383463" y="258763"/>
            <a:ext cx="184151" cy="138113"/>
          </a:xfrm>
          <a:prstGeom prst="rect">
            <a:avLst/>
          </a:prstGeom>
          <a:solidFill>
            <a:srgbClr val="D9D9D9"/>
          </a:solidFill>
          <a:ln w="12700">
            <a:miter lim="400000"/>
          </a:ln>
        </p:spPr>
        <p:txBody>
          <a:bodyPr lIns="45719" rIns="45719" anchor="ctr"/>
          <a:lstStyle/>
          <a:p>
            <a:pPr algn="ctr">
              <a:defRPr sz="1400">
                <a:solidFill>
                  <a:srgbClr val="FFFFFF"/>
                </a:solidFill>
                <a:latin typeface="微软雅黑"/>
                <a:ea typeface="微软雅黑"/>
                <a:cs typeface="微软雅黑"/>
                <a:sym typeface="微软雅黑"/>
              </a:defRPr>
            </a:pPr>
            <a:endParaRPr/>
          </a:p>
        </p:txBody>
      </p:sp>
      <p:sp>
        <p:nvSpPr>
          <p:cNvPr id="9" name="矩形 8">
            <a:extLst>
              <a:ext uri="{FF2B5EF4-FFF2-40B4-BE49-F238E27FC236}">
                <a16:creationId xmlns:a16="http://schemas.microsoft.com/office/drawing/2014/main" id="{E88B2CF1-CE33-4F74-8A0F-94FA07330899}"/>
              </a:ext>
            </a:extLst>
          </p:cNvPr>
          <p:cNvSpPr/>
          <p:nvPr/>
        </p:nvSpPr>
        <p:spPr>
          <a:xfrm>
            <a:off x="280483" y="1036034"/>
            <a:ext cx="5541902" cy="369332"/>
          </a:xfrm>
          <a:prstGeom prst="rect">
            <a:avLst/>
          </a:prstGeom>
        </p:spPr>
        <p:txBody>
          <a:bodyPr wrap="none">
            <a:spAutoFit/>
          </a:bodyPr>
          <a:lstStyle/>
          <a:p>
            <a:pPr algn="dist"/>
            <a:r>
              <a:rPr lang="zh-CN" altLang="en-US" b="1" dirty="0">
                <a:ln w="9525">
                  <a:noFill/>
                </a:ln>
                <a:solidFill>
                  <a:schemeClr val="bg2"/>
                </a:solidFill>
                <a:latin typeface="字魂58号-创中黑" panose="00000500000000000000" pitchFamily="2" charset="-122"/>
                <a:ea typeface="字魂58号-创中黑" panose="00000500000000000000" pitchFamily="2" charset="-122"/>
                <a:cs typeface="+mn-ea"/>
                <a:sym typeface="字魂58号-创中黑" panose="00000500000000000000" pitchFamily="2" charset="-122"/>
              </a:rPr>
              <a:t>我们小组前沿探索选题为</a:t>
            </a:r>
            <a:r>
              <a:rPr lang="en-US" altLang="zh-CN" b="1" dirty="0" err="1">
                <a:ln w="9525">
                  <a:noFill/>
                </a:ln>
                <a:solidFill>
                  <a:schemeClr val="bg2"/>
                </a:solidFill>
                <a:latin typeface="字魂58号-创中黑" panose="00000500000000000000" pitchFamily="2" charset="-122"/>
                <a:ea typeface="字魂58号-创中黑" panose="00000500000000000000" pitchFamily="2" charset="-122"/>
                <a:cs typeface="+mn-ea"/>
                <a:sym typeface="字魂58号-创中黑" panose="00000500000000000000" pitchFamily="2" charset="-122"/>
              </a:rPr>
              <a:t>OceanBase</a:t>
            </a:r>
            <a:r>
              <a:rPr lang="zh-CN" altLang="en-US" b="1" dirty="0">
                <a:ln w="9525">
                  <a:noFill/>
                </a:ln>
                <a:solidFill>
                  <a:schemeClr val="bg2"/>
                </a:solidFill>
                <a:latin typeface="字魂58号-创中黑" panose="00000500000000000000" pitchFamily="2" charset="-122"/>
                <a:ea typeface="字魂58号-创中黑" panose="00000500000000000000" pitchFamily="2" charset="-122"/>
                <a:cs typeface="+mn-ea"/>
                <a:sym typeface="字魂58号-创中黑" panose="00000500000000000000" pitchFamily="2" charset="-122"/>
              </a:rPr>
              <a:t>查询优化简介</a:t>
            </a:r>
          </a:p>
        </p:txBody>
      </p:sp>
      <p:sp>
        <p:nvSpPr>
          <p:cNvPr id="43" name="矩形 42">
            <a:extLst>
              <a:ext uri="{FF2B5EF4-FFF2-40B4-BE49-F238E27FC236}">
                <a16:creationId xmlns:a16="http://schemas.microsoft.com/office/drawing/2014/main" id="{AF5FF294-3781-4776-9DB8-E371E11CC050}"/>
              </a:ext>
            </a:extLst>
          </p:cNvPr>
          <p:cNvSpPr/>
          <p:nvPr/>
        </p:nvSpPr>
        <p:spPr>
          <a:xfrm>
            <a:off x="280483" y="1644452"/>
            <a:ext cx="7399783" cy="369332"/>
          </a:xfrm>
          <a:prstGeom prst="rect">
            <a:avLst/>
          </a:prstGeom>
        </p:spPr>
        <p:txBody>
          <a:bodyPr wrap="none">
            <a:spAutoFit/>
          </a:bodyPr>
          <a:lstStyle/>
          <a:p>
            <a:pPr algn="dist"/>
            <a:r>
              <a:rPr lang="zh-CN" altLang="en-US" b="1" dirty="0">
                <a:ln w="9525">
                  <a:noFill/>
                </a:ln>
                <a:solidFill>
                  <a:schemeClr val="bg2"/>
                </a:solidFill>
                <a:latin typeface="字魂58号-创中黑" panose="00000500000000000000" pitchFamily="2" charset="-122"/>
                <a:ea typeface="字魂58号-创中黑" panose="00000500000000000000" pitchFamily="2" charset="-122"/>
                <a:cs typeface="+mn-ea"/>
                <a:sym typeface="字魂58号-创中黑" panose="00000500000000000000" pitchFamily="2" charset="-122"/>
              </a:rPr>
              <a:t>我主要负责查询优化器简介部分，我目前主要在了解以下几个方面内容</a:t>
            </a:r>
          </a:p>
        </p:txBody>
      </p:sp>
      <p:sp>
        <p:nvSpPr>
          <p:cNvPr id="44" name="矩形 43">
            <a:extLst>
              <a:ext uri="{FF2B5EF4-FFF2-40B4-BE49-F238E27FC236}">
                <a16:creationId xmlns:a16="http://schemas.microsoft.com/office/drawing/2014/main" id="{65832346-DDEE-446B-B896-4E17D78F92AC}"/>
              </a:ext>
            </a:extLst>
          </p:cNvPr>
          <p:cNvSpPr/>
          <p:nvPr/>
        </p:nvSpPr>
        <p:spPr>
          <a:xfrm>
            <a:off x="511935" y="2283610"/>
            <a:ext cx="1800493" cy="369332"/>
          </a:xfrm>
          <a:prstGeom prst="rect">
            <a:avLst/>
          </a:prstGeom>
        </p:spPr>
        <p:txBody>
          <a:bodyPr wrap="none">
            <a:spAutoFit/>
          </a:bodyPr>
          <a:lstStyle/>
          <a:p>
            <a:pPr algn="dist"/>
            <a:r>
              <a:rPr lang="zh-CN" altLang="en-US" b="1" dirty="0">
                <a:ln w="9525">
                  <a:noFill/>
                </a:ln>
                <a:solidFill>
                  <a:schemeClr val="bg2"/>
                </a:solidFill>
                <a:ea typeface="字魂58号-创中黑" panose="00000500000000000000" pitchFamily="2" charset="-122"/>
                <a:cs typeface="+mn-ea"/>
              </a:rPr>
              <a:t>自适应查询优化</a:t>
            </a:r>
          </a:p>
        </p:txBody>
      </p:sp>
      <p:sp>
        <p:nvSpPr>
          <p:cNvPr id="45" name="矩形 44">
            <a:extLst>
              <a:ext uri="{FF2B5EF4-FFF2-40B4-BE49-F238E27FC236}">
                <a16:creationId xmlns:a16="http://schemas.microsoft.com/office/drawing/2014/main" id="{492241AE-1431-4510-8DEB-275D467A4F0B}"/>
              </a:ext>
            </a:extLst>
          </p:cNvPr>
          <p:cNvSpPr/>
          <p:nvPr/>
        </p:nvSpPr>
        <p:spPr>
          <a:xfrm>
            <a:off x="350973" y="2749573"/>
            <a:ext cx="2222703" cy="2123658"/>
          </a:xfrm>
          <a:prstGeom prst="rect">
            <a:avLst/>
          </a:prstGeom>
        </p:spPr>
        <p:txBody>
          <a:bodyPr wrap="square">
            <a:spAutoFit/>
          </a:bodyPr>
          <a:lstStyle/>
          <a:p>
            <a:r>
              <a:rPr lang="zh-CN" altLang="en-US" sz="1200" dirty="0">
                <a:solidFill>
                  <a:srgbClr val="000000">
                    <a:alpha val="100000"/>
                  </a:srgbClr>
                </a:solidFill>
                <a:latin typeface="宋体"/>
                <a:ea typeface="宋体"/>
              </a:rPr>
              <a:t>自适应查询优化传统的查询优化器在生成执行计划时依赖统计信息，但在实际执行过程中，数据分布和查询负载可能发生变化。自适应查询优化是近年来的一个新方向，通过实时监控和调整查询执行计划，使查询能够更好地适应变化的环境。自适应查询优化常用于数据流系统和动态数据环境中。</a:t>
            </a:r>
          </a:p>
        </p:txBody>
      </p:sp>
      <p:sp>
        <p:nvSpPr>
          <p:cNvPr id="46" name="矩形 45">
            <a:extLst>
              <a:ext uri="{FF2B5EF4-FFF2-40B4-BE49-F238E27FC236}">
                <a16:creationId xmlns:a16="http://schemas.microsoft.com/office/drawing/2014/main" id="{FF6B9A5E-0F72-4FBA-ACCF-1765B642DCC1}"/>
              </a:ext>
            </a:extLst>
          </p:cNvPr>
          <p:cNvSpPr/>
          <p:nvPr/>
        </p:nvSpPr>
        <p:spPr>
          <a:xfrm>
            <a:off x="3247063" y="2252836"/>
            <a:ext cx="1867819" cy="369332"/>
          </a:xfrm>
          <a:prstGeom prst="rect">
            <a:avLst/>
          </a:prstGeom>
        </p:spPr>
        <p:txBody>
          <a:bodyPr wrap="none">
            <a:spAutoFit/>
          </a:bodyPr>
          <a:lstStyle/>
          <a:p>
            <a:pPr algn="dist"/>
            <a:r>
              <a:rPr lang="zh-CN" altLang="en-US" b="1" dirty="0">
                <a:ln w="9525">
                  <a:noFill/>
                </a:ln>
                <a:solidFill>
                  <a:schemeClr val="bg2"/>
                </a:solidFill>
                <a:ea typeface="字魂58号-创中黑" panose="00000500000000000000" pitchFamily="2" charset="-122"/>
                <a:cs typeface="+mn-ea"/>
              </a:rPr>
              <a:t>分布式查询优化</a:t>
            </a:r>
          </a:p>
        </p:txBody>
      </p:sp>
      <p:sp>
        <p:nvSpPr>
          <p:cNvPr id="47" name="矩形 46">
            <a:extLst>
              <a:ext uri="{FF2B5EF4-FFF2-40B4-BE49-F238E27FC236}">
                <a16:creationId xmlns:a16="http://schemas.microsoft.com/office/drawing/2014/main" id="{0BD5E978-CCF7-4EC8-AF40-53B20310A390}"/>
              </a:ext>
            </a:extLst>
          </p:cNvPr>
          <p:cNvSpPr/>
          <p:nvPr/>
        </p:nvSpPr>
        <p:spPr>
          <a:xfrm>
            <a:off x="3119763" y="2718799"/>
            <a:ext cx="2222703" cy="1938992"/>
          </a:xfrm>
          <a:prstGeom prst="rect">
            <a:avLst/>
          </a:prstGeom>
        </p:spPr>
        <p:txBody>
          <a:bodyPr wrap="square">
            <a:spAutoFit/>
          </a:bodyPr>
          <a:lstStyle/>
          <a:p>
            <a:r>
              <a:rPr lang="zh-CN" altLang="en-US" sz="1200" dirty="0">
                <a:solidFill>
                  <a:srgbClr val="000000">
                    <a:alpha val="100000"/>
                  </a:srgbClr>
                </a:solidFill>
                <a:latin typeface="宋体"/>
                <a:ea typeface="宋体"/>
              </a:rPr>
              <a:t>随着大数据和分布式数据库的兴起，分布式查询优化成为了重点研究方向。在分布式环境中，查询优化需要考虑数据在多个节点之间的分布情况，并尽量减少网络通信和数据传输开销。现代分布式查询优化器通常会使用数据分片和局部处理策略来优化分布式查询的性能。</a:t>
            </a:r>
          </a:p>
        </p:txBody>
      </p:sp>
      <p:sp>
        <p:nvSpPr>
          <p:cNvPr id="48" name="矩形 47">
            <a:extLst>
              <a:ext uri="{FF2B5EF4-FFF2-40B4-BE49-F238E27FC236}">
                <a16:creationId xmlns:a16="http://schemas.microsoft.com/office/drawing/2014/main" id="{1110FBE8-1333-4A66-9646-5ED73C82F9DA}"/>
              </a:ext>
            </a:extLst>
          </p:cNvPr>
          <p:cNvSpPr/>
          <p:nvPr/>
        </p:nvSpPr>
        <p:spPr>
          <a:xfrm>
            <a:off x="5745129" y="2252836"/>
            <a:ext cx="3185487" cy="369332"/>
          </a:xfrm>
          <a:prstGeom prst="rect">
            <a:avLst/>
          </a:prstGeom>
        </p:spPr>
        <p:txBody>
          <a:bodyPr wrap="none">
            <a:spAutoFit/>
          </a:bodyPr>
          <a:lstStyle/>
          <a:p>
            <a:pPr algn="dist"/>
            <a:r>
              <a:rPr lang="zh-CN" altLang="en-US" b="1" dirty="0">
                <a:ln w="9525">
                  <a:noFill/>
                </a:ln>
                <a:solidFill>
                  <a:schemeClr val="bg2"/>
                </a:solidFill>
                <a:ea typeface="字魂58号-创中黑" panose="00000500000000000000" pitchFamily="2" charset="-122"/>
                <a:cs typeface="+mn-ea"/>
              </a:rPr>
              <a:t>人工智能在查询优化中的应用</a:t>
            </a:r>
          </a:p>
        </p:txBody>
      </p:sp>
      <p:sp>
        <p:nvSpPr>
          <p:cNvPr id="49" name="矩形 48">
            <a:extLst>
              <a:ext uri="{FF2B5EF4-FFF2-40B4-BE49-F238E27FC236}">
                <a16:creationId xmlns:a16="http://schemas.microsoft.com/office/drawing/2014/main" id="{EE58D162-D9AA-494D-B454-0A20C6D1B28D}"/>
              </a:ext>
            </a:extLst>
          </p:cNvPr>
          <p:cNvSpPr/>
          <p:nvPr/>
        </p:nvSpPr>
        <p:spPr>
          <a:xfrm>
            <a:off x="6310764" y="2718799"/>
            <a:ext cx="2222703" cy="1938992"/>
          </a:xfrm>
          <a:prstGeom prst="rect">
            <a:avLst/>
          </a:prstGeom>
        </p:spPr>
        <p:txBody>
          <a:bodyPr wrap="square">
            <a:spAutoFit/>
          </a:bodyPr>
          <a:lstStyle/>
          <a:p>
            <a:r>
              <a:rPr lang="zh-CN" altLang="en-US" sz="1200" dirty="0">
                <a:solidFill>
                  <a:srgbClr val="000000">
                    <a:alpha val="100000"/>
                  </a:srgbClr>
                </a:solidFill>
                <a:latin typeface="宋体"/>
                <a:ea typeface="宋体"/>
              </a:rPr>
              <a:t>近年来，机器学习和深度学习方法逐渐被应用于查询优化器中。例如，利用机器学习算法进行查询代价估计、选择索引和执行计划，甚至可以根据查询模式自动调整索引和存储结构。这些智能化优化技术在实验中展示出很好的效果，尤其是在复杂查询和非典型数据分布的场景下。</a:t>
            </a:r>
          </a:p>
        </p:txBody>
      </p:sp>
    </p:spTree>
    <p:extLst>
      <p:ext uri="{BB962C8B-B14F-4D97-AF65-F5344CB8AC3E}">
        <p14:creationId xmlns:p14="http://schemas.microsoft.com/office/powerpoint/2010/main" val="2976328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Tn>
                        </p:par>
                      </p:childTnLst>
                    </p:cTn>
                  </p:par>
                </p:childTnLst>
              </p:cTn>
              <p:prevCondLst>
                <p:cond evt="onPrev" delay="0"/>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 name="矩形 23"/>
          <p:cNvSpPr txBox="1"/>
          <p:nvPr/>
        </p:nvSpPr>
        <p:spPr>
          <a:xfrm>
            <a:off x="2947364" y="1559425"/>
            <a:ext cx="3551238" cy="1120140"/>
          </a:xfrm>
          <a:prstGeom prst="rect">
            <a:avLst/>
          </a:prstGeom>
          <a:ln w="12700">
            <a:miter lim="400000"/>
          </a:ln>
          <a:extLst>
            <a:ext uri="{C572A759-6A51-4108-AA02-DFA0A04FC94B}"/>
          </a:extLst>
        </p:spPr>
        <p:txBody>
          <a:bodyPr lIns="45719" rIns="45719">
            <a:spAutoFit/>
          </a:bodyPr>
          <a:lstStyle>
            <a:lvl1pPr>
              <a:lnSpc>
                <a:spcPct val="150000"/>
              </a:lnSpc>
              <a:defRPr sz="6600">
                <a:solidFill>
                  <a:srgbClr val="414455"/>
                </a:solidFill>
                <a:latin typeface="Impact"/>
                <a:ea typeface="Impact"/>
                <a:cs typeface="Impact"/>
                <a:sym typeface="Impact"/>
              </a:defRPr>
            </a:lvl1pPr>
          </a:lstStyle>
          <a:p>
            <a:r>
              <a:t>THANKS!</a:t>
            </a:r>
          </a:p>
        </p:txBody>
      </p:sp>
      <p:sp>
        <p:nvSpPr>
          <p:cNvPr id="233" name="矩形 24"/>
          <p:cNvSpPr txBox="1"/>
          <p:nvPr/>
        </p:nvSpPr>
        <p:spPr>
          <a:xfrm>
            <a:off x="1331912" y="1995488"/>
            <a:ext cx="6438900" cy="412750"/>
          </a:xfrm>
          <a:prstGeom prst="rect">
            <a:avLst/>
          </a:prstGeom>
          <a:ln w="12700">
            <a:miter lim="400000"/>
          </a:ln>
          <a:extLst>
            <a:ext uri="{C572A759-6A51-4108-AA02-DFA0A04FC94B}"/>
          </a:extLst>
        </p:spPr>
        <p:txBody>
          <a:bodyPr lIns="45719" rIns="45719">
            <a:spAutoFit/>
          </a:bodyPr>
          <a:lstStyle/>
          <a:p>
            <a:pPr>
              <a:lnSpc>
                <a:spcPct val="150000"/>
              </a:lnSpc>
              <a:buClrTx/>
              <a:buSzTx/>
              <a:buFontTx/>
              <a:buNone/>
              <a:defRPr sz="1400" b="0" i="0" u="none" strike="noStrike" spc="0" baseline="0">
                <a:ln>
                  <a:noFill/>
                </a:ln>
                <a:solidFill>
                  <a:srgbClr val="414455">
                    <a:alpha val="100000"/>
                  </a:srgbClr>
                </a:solidFill>
                <a:effectLst/>
                <a:latin typeface="微软雅黑"/>
                <a:ea typeface="微软雅黑"/>
                <a:cs typeface="微软雅黑"/>
                <a:sym typeface="微软雅黑"/>
              </a:defRPr>
            </a:pPr>
            <a: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Tn>
                        </p:par>
                        <p:par>
                          <p:cTn id="5" fill="hold">
                            <p:stCondLst>
                              <p:cond delay="0"/>
                            </p:stCondLst>
                            <p:childTnLst>
                              <p:par>
                                <p:cTn id="6" presetID="19" presetClass="entr" presetSubtype="5" fill="hold" nodeType="afterEffect">
                                  <p:stCondLst>
                                    <p:cond delay="0"/>
                                  </p:stCondLst>
                                  <p:iterate>
                                    <p:tmAbs val="0"/>
                                  </p:iterate>
                                  <p:childTnLst>
                                    <p:set>
                                      <p:cBhvr>
                                        <p:cTn id="7" fill="hold"/>
                                        <p:tgtEl>
                                          <p:spTgt spid="232"/>
                                        </p:tgtEl>
                                        <p:attrNameLst>
                                          <p:attrName>style.visibility</p:attrName>
                                        </p:attrNameLst>
                                      </p:cBhvr>
                                      <p:to>
                                        <p:strVal val="visible"/>
                                      </p:to>
                                    </p:set>
                                    <p:anim calcmode="lin" valueType="num">
                                      <p:cBhvr>
                                        <p:cTn id="8" dur="250" fill="hold"/>
                                        <p:tgtEl>
                                          <p:spTgt spid="232"/>
                                        </p:tgtEl>
                                        <p:attrNameLst>
                                          <p:attrName>ppt_w</p:attrName>
                                        </p:attrNameLst>
                                      </p:cBhvr>
                                      <p:tavLst>
                                        <p:tav tm="0">
                                          <p:val>
                                            <p:strVal val="#ppt_w"/>
                                          </p:val>
                                        </p:tav>
                                        <p:tav tm="100000">
                                          <p:val>
                                            <p:strVal val="#ppt_w"/>
                                          </p:val>
                                        </p:tav>
                                      </p:tavLst>
                                    </p:anim>
                                    <p:anim calcmode="lin" valueType="num">
                                      <p:cBhvr>
                                        <p:cTn id="9" dur="250" fill="hold"/>
                                        <p:tgtEl>
                                          <p:spTgt spid="232"/>
                                        </p:tgtEl>
                                        <p:attrNameLst>
                                          <p:attrName>ppt_h</p:attrName>
                                        </p:attrNameLst>
                                      </p:cBhvr>
                                      <p:tavLst>
                                        <p:tav tm="0" fmla="#ppt_h*sin(2.5*pi*$)">
                                          <p:val>
                                            <p:fltVal val="0"/>
                                          </p:val>
                                        </p:tav>
                                        <p:tav tm="100000">
                                          <p:val>
                                            <p:fltVal val="1"/>
                                          </p:val>
                                        </p:tav>
                                      </p:tavLst>
                                    </p:anim>
                                  </p:childTnLst>
                                </p:cTn>
                              </p:par>
                            </p:childTnLst>
                          </p:cTn>
                        </p:par>
                        <p:par>
                          <p:cTn id="10" fill="hold">
                            <p:stCondLst>
                              <p:cond delay="0"/>
                            </p:stCondLst>
                            <p:childTnLst>
                              <p:par>
                                <p:cTn id="11" presetID="9" presetClass="entr" fill="hold" nodeType="afterEffect">
                                  <p:stCondLst>
                                    <p:cond delay="0"/>
                                  </p:stCondLst>
                                  <p:iterate>
                                    <p:tmAbs val="0"/>
                                  </p:iterate>
                                  <p:childTnLst>
                                    <p:set>
                                      <p:cBhvr>
                                        <p:cTn id="12" fill="hold"/>
                                        <p:tgtEl>
                                          <p:spTgt spid="233"/>
                                        </p:tgtEl>
                                        <p:attrNameLst>
                                          <p:attrName>style.visibility</p:attrName>
                                        </p:attrNameLst>
                                      </p:cBhvr>
                                      <p:to>
                                        <p:strVal val="visible"/>
                                      </p:to>
                                    </p:set>
                                    <p:animEffect transition="in" filter="dissolve">
                                      <p:cBhvr>
                                        <p:cTn id="13" dur="300"/>
                                        <p:tgtEl>
                                          <p:spTgt spid="233"/>
                                        </p:tgtEl>
                                      </p:cBhvr>
                                    </p:animEffect>
                                  </p:childTnLst>
                                </p:cTn>
                              </p:par>
                            </p:childTnLst>
                          </p:cTn>
                        </p:par>
                      </p:childTnLst>
                    </p:cTn>
                  </p:par>
                </p:childTnLst>
              </p:cTn>
              <p:prevCondLst>
                <p:cond evt="onPrev" delay="0"/>
              </p:prevCondLst>
              <p:nextCondLst>
                <p:cond evt="onNext" delay="0">
                  <p:tgtEl>
                    <p:sldTgt/>
                  </p:tgtEl>
                </p:cond>
              </p:nextCondLst>
            </p:seq>
          </p:childTnLst>
        </p:cTn>
      </p:par>
    </p:tnLst>
  </p:timing>
</p:sld>
</file>

<file path=ppt/theme/theme1.xml><?xml version="1.0" encoding="utf-8"?>
<a:theme xmlns:a="http://schemas.openxmlformats.org/drawingml/2006/main" name="Office 主题​​">
  <a:themeElements>
    <a:clrScheme name="Office 主题​​">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主题​​">
      <a:majorFont>
        <a:latin typeface="Helvetica"/>
        <a:ea typeface="Helvetica"/>
        <a:cs typeface="Helvetica"/>
      </a:majorFont>
      <a:minorFont>
        <a:latin typeface="Calibri"/>
        <a:ea typeface="Calibri"/>
        <a:cs typeface="Calibri"/>
      </a:minorFont>
    </a:fontScheme>
    <a:fmtScheme name="Office 主题​​">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默认字体"/>
        <a:ea typeface="默认字体"/>
        <a:cs typeface=""/>
      </a:majorFont>
      <a:minorFont>
        <a:latin typeface="默认字体"/>
        <a:ea typeface="默认字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4.xml><?xml version="1.0" encoding="utf-8"?>
<a:theme xmlns:a="http://schemas.openxmlformats.org/drawingml/2006/main" name="Office 主题​​">
  <a:themeElements>
    <a:clrScheme name="Office 主题​​">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主题​​">
      <a:majorFont>
        <a:latin typeface="Helvetica"/>
        <a:ea typeface="Helvetica"/>
        <a:cs typeface="Helvetica"/>
      </a:majorFont>
      <a:minorFont>
        <a:latin typeface="Calibri"/>
        <a:ea typeface="Calibri"/>
        <a:cs typeface="Calibri"/>
      </a:minorFont>
    </a:fontScheme>
    <a:fmtScheme name="Office 主题​​">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139</TotalTime>
  <Words>1110</Words>
  <Application>Microsoft Office PowerPoint</Application>
  <PresentationFormat>全屏显示(16:9)</PresentationFormat>
  <Paragraphs>103</Paragraphs>
  <Slides>17</Slides>
  <Notes>1</Notes>
  <HiddenSlides>0</HiddenSlides>
  <MMClips>0</MMClips>
  <ScaleCrop>false</ScaleCrop>
  <HeadingPairs>
    <vt:vector size="6" baseType="variant">
      <vt:variant>
        <vt:lpstr>已用的字体</vt:lpstr>
      </vt:variant>
      <vt:variant>
        <vt:i4>10</vt:i4>
      </vt:variant>
      <vt:variant>
        <vt:lpstr>主题</vt:lpstr>
      </vt:variant>
      <vt:variant>
        <vt:i4>3</vt:i4>
      </vt:variant>
      <vt:variant>
        <vt:lpstr>幻灯片标题</vt:lpstr>
      </vt:variant>
      <vt:variant>
        <vt:i4>17</vt:i4>
      </vt:variant>
    </vt:vector>
  </HeadingPairs>
  <TitlesOfParts>
    <vt:vector size="30" baseType="lpstr">
      <vt:lpstr>-apple-system</vt:lpstr>
      <vt:lpstr>等线</vt:lpstr>
      <vt:lpstr>等线 Light</vt:lpstr>
      <vt:lpstr>默认字体</vt:lpstr>
      <vt:lpstr>宋体</vt:lpstr>
      <vt:lpstr>微软雅黑</vt:lpstr>
      <vt:lpstr>字魂58号-创中黑</vt:lpstr>
      <vt:lpstr>Arial</vt:lpstr>
      <vt:lpstr>Calibri</vt:lpstr>
      <vt:lpstr>Impact</vt:lpstr>
      <vt:lpstr>Office 主题​​</vt:lpstr>
      <vt:lpstr>2_Office 主题​​</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cp:lastModifiedBy>张宇</cp:lastModifiedBy>
  <cp:revision>91</cp:revision>
  <dcterms:created xsi:type="dcterms:W3CDTF">2024-04-25T11:58:09Z</dcterms:created>
  <dcterms:modified xsi:type="dcterms:W3CDTF">2024-11-10T12:05:48Z</dcterms:modified>
</cp:coreProperties>
</file>